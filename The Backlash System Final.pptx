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2" r:id="rId9"/>
    <p:sldId id="263" r:id="rId10"/>
    <p:sldId id="271" r:id="rId11"/>
    <p:sldId id="266" r:id="rId12"/>
    <p:sldId id="267" r:id="rId13"/>
    <p:sldId id="268" r:id="rId14"/>
    <p:sldId id="264" r:id="rId15"/>
    <p:sldId id="26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53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9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image" Target="../media/image12.svg"/><Relationship Id="rId16" Type="http://schemas.openxmlformats.org/officeDocument/2006/relationships/image" Target="../media/image26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Relationship Id="rId14" Type="http://schemas.openxmlformats.org/officeDocument/2006/relationships/image" Target="../media/image24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13" Type="http://schemas.openxmlformats.org/officeDocument/2006/relationships/image" Target="../media/image44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sv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37.sv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svg"/><Relationship Id="rId4" Type="http://schemas.openxmlformats.org/officeDocument/2006/relationships/image" Target="../media/image35.svg"/><Relationship Id="rId9" Type="http://schemas.openxmlformats.org/officeDocument/2006/relationships/image" Target="../media/image40.png"/><Relationship Id="rId14" Type="http://schemas.openxmlformats.org/officeDocument/2006/relationships/image" Target="../media/image45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4" Type="http://schemas.openxmlformats.org/officeDocument/2006/relationships/image" Target="../media/image53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sv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image" Target="../media/image61.svg"/><Relationship Id="rId1" Type="http://schemas.openxmlformats.org/officeDocument/2006/relationships/image" Target="../media/image60.png"/><Relationship Id="rId6" Type="http://schemas.openxmlformats.org/officeDocument/2006/relationships/image" Target="../media/image65.svg"/><Relationship Id="rId5" Type="http://schemas.openxmlformats.org/officeDocument/2006/relationships/image" Target="../media/image64.png"/><Relationship Id="rId4" Type="http://schemas.openxmlformats.org/officeDocument/2006/relationships/image" Target="../media/image6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svg"/><Relationship Id="rId1" Type="http://schemas.openxmlformats.org/officeDocument/2006/relationships/image" Target="../media/image8.png"/><Relationship Id="rId6" Type="http://schemas.openxmlformats.org/officeDocument/2006/relationships/image" Target="../media/image7.svg"/><Relationship Id="rId5" Type="http://schemas.openxmlformats.org/officeDocument/2006/relationships/image" Target="../media/image10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32.png"/><Relationship Id="rId3" Type="http://schemas.openxmlformats.org/officeDocument/2006/relationships/image" Target="../media/image28.png"/><Relationship Id="rId7" Type="http://schemas.openxmlformats.org/officeDocument/2006/relationships/image" Target="../media/image30.png"/><Relationship Id="rId12" Type="http://schemas.openxmlformats.org/officeDocument/2006/relationships/image" Target="../media/image22.svg"/><Relationship Id="rId2" Type="http://schemas.openxmlformats.org/officeDocument/2006/relationships/image" Target="../media/image12.svg"/><Relationship Id="rId16" Type="http://schemas.openxmlformats.org/officeDocument/2006/relationships/image" Target="../media/image26.svg"/><Relationship Id="rId1" Type="http://schemas.openxmlformats.org/officeDocument/2006/relationships/image" Target="../media/image27.png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29.png"/><Relationship Id="rId15" Type="http://schemas.openxmlformats.org/officeDocument/2006/relationships/image" Target="../media/image33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31.png"/><Relationship Id="rId14" Type="http://schemas.openxmlformats.org/officeDocument/2006/relationships/image" Target="../media/image2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13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48.png"/><Relationship Id="rId12" Type="http://schemas.openxmlformats.org/officeDocument/2006/relationships/image" Target="../media/image43.svg"/><Relationship Id="rId2" Type="http://schemas.openxmlformats.org/officeDocument/2006/relationships/image" Target="../media/image7.svg"/><Relationship Id="rId1" Type="http://schemas.openxmlformats.org/officeDocument/2006/relationships/image" Target="../media/image10.png"/><Relationship Id="rId6" Type="http://schemas.openxmlformats.org/officeDocument/2006/relationships/image" Target="../media/image37.svg"/><Relationship Id="rId11" Type="http://schemas.openxmlformats.org/officeDocument/2006/relationships/image" Target="../media/image50.png"/><Relationship Id="rId5" Type="http://schemas.openxmlformats.org/officeDocument/2006/relationships/image" Target="../media/image47.png"/><Relationship Id="rId10" Type="http://schemas.openxmlformats.org/officeDocument/2006/relationships/image" Target="../media/image41.svg"/><Relationship Id="rId4" Type="http://schemas.openxmlformats.org/officeDocument/2006/relationships/image" Target="../media/image35.svg"/><Relationship Id="rId9" Type="http://schemas.openxmlformats.org/officeDocument/2006/relationships/image" Target="../media/image49.png"/><Relationship Id="rId14" Type="http://schemas.openxmlformats.org/officeDocument/2006/relationships/image" Target="../media/image45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7.svg"/><Relationship Id="rId1" Type="http://schemas.openxmlformats.org/officeDocument/2006/relationships/image" Target="../media/image10.png"/><Relationship Id="rId6" Type="http://schemas.openxmlformats.org/officeDocument/2006/relationships/image" Target="../media/image55.svg"/><Relationship Id="rId5" Type="http://schemas.openxmlformats.org/officeDocument/2006/relationships/image" Target="../media/image57.png"/><Relationship Id="rId4" Type="http://schemas.openxmlformats.org/officeDocument/2006/relationships/image" Target="../media/image53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svg"/><Relationship Id="rId3" Type="http://schemas.openxmlformats.org/officeDocument/2006/relationships/image" Target="../media/image69.png"/><Relationship Id="rId7" Type="http://schemas.openxmlformats.org/officeDocument/2006/relationships/image" Target="../media/image71.png"/><Relationship Id="rId2" Type="http://schemas.openxmlformats.org/officeDocument/2006/relationships/image" Target="../media/image61.svg"/><Relationship Id="rId1" Type="http://schemas.openxmlformats.org/officeDocument/2006/relationships/image" Target="../media/image68.png"/><Relationship Id="rId6" Type="http://schemas.openxmlformats.org/officeDocument/2006/relationships/image" Target="../media/image65.svg"/><Relationship Id="rId5" Type="http://schemas.openxmlformats.org/officeDocument/2006/relationships/image" Target="../media/image70.png"/><Relationship Id="rId4" Type="http://schemas.openxmlformats.org/officeDocument/2006/relationships/image" Target="../media/image6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82B32B1-71B6-49BB-9F5C-11CE0B568A71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B8A0370-174D-4011-91E2-64B5243ED582}">
      <dgm:prSet/>
      <dgm:spPr/>
      <dgm:t>
        <a:bodyPr/>
        <a:lstStyle/>
        <a:p>
          <a:pPr>
            <a:defRPr cap="all"/>
          </a:pPr>
          <a:r>
            <a:rPr lang="en-US"/>
            <a:t>Purpose – Apply the knowledge and experience acquired over the course of our Wentworth careers.</a:t>
          </a:r>
        </a:p>
      </dgm:t>
    </dgm:pt>
    <dgm:pt modelId="{557A8739-553C-4BA0-A889-07302361B886}" type="parTrans" cxnId="{8FE0D123-C3E4-415A-8183-723A6DA28B72}">
      <dgm:prSet/>
      <dgm:spPr/>
      <dgm:t>
        <a:bodyPr/>
        <a:lstStyle/>
        <a:p>
          <a:endParaRPr lang="en-US"/>
        </a:p>
      </dgm:t>
    </dgm:pt>
    <dgm:pt modelId="{271E93B7-42B3-492C-B7AA-E5F312E49D4D}" type="sibTrans" cxnId="{8FE0D123-C3E4-415A-8183-723A6DA28B72}">
      <dgm:prSet/>
      <dgm:spPr/>
      <dgm:t>
        <a:bodyPr/>
        <a:lstStyle/>
        <a:p>
          <a:endParaRPr lang="en-US"/>
        </a:p>
      </dgm:t>
    </dgm:pt>
    <dgm:pt modelId="{41F3AB6D-04A1-45DE-8144-95401DAC3049}">
      <dgm:prSet/>
      <dgm:spPr/>
      <dgm:t>
        <a:bodyPr/>
        <a:lstStyle/>
        <a:p>
          <a:pPr>
            <a:defRPr cap="all"/>
          </a:pPr>
          <a:r>
            <a:rPr lang="en-US" dirty="0"/>
            <a:t>Goal – Focus our acquired knowledge and experience into our security interest to benefit our impact on the industry.</a:t>
          </a:r>
        </a:p>
      </dgm:t>
    </dgm:pt>
    <dgm:pt modelId="{A4A5151C-E46E-4E16-9B4B-2AA0883437C2}" type="parTrans" cxnId="{92AC227E-2952-4738-9BA9-FD8F1F5DBB19}">
      <dgm:prSet/>
      <dgm:spPr/>
      <dgm:t>
        <a:bodyPr/>
        <a:lstStyle/>
        <a:p>
          <a:endParaRPr lang="en-US"/>
        </a:p>
      </dgm:t>
    </dgm:pt>
    <dgm:pt modelId="{EFA603F1-CACF-49D6-9E20-A7738F662A76}" type="sibTrans" cxnId="{92AC227E-2952-4738-9BA9-FD8F1F5DBB19}">
      <dgm:prSet/>
      <dgm:spPr/>
      <dgm:t>
        <a:bodyPr/>
        <a:lstStyle/>
        <a:p>
          <a:endParaRPr lang="en-US"/>
        </a:p>
      </dgm:t>
    </dgm:pt>
    <dgm:pt modelId="{F6E76933-8625-4D38-BC5E-407E8D9E589D}">
      <dgm:prSet/>
      <dgm:spPr/>
      <dgm:t>
        <a:bodyPr/>
        <a:lstStyle/>
        <a:p>
          <a:pPr>
            <a:defRPr cap="all"/>
          </a:pPr>
          <a:r>
            <a:rPr lang="en-US"/>
            <a:t>Method – Develop a comprehensive software system that allows us to gain an understanding of computer security not previously attainable.</a:t>
          </a:r>
        </a:p>
      </dgm:t>
    </dgm:pt>
    <dgm:pt modelId="{C7D40CCC-0491-406F-80D8-06524D25D646}" type="parTrans" cxnId="{04E8153B-1BC6-4B2F-A85B-43B1DD03A3E2}">
      <dgm:prSet/>
      <dgm:spPr/>
      <dgm:t>
        <a:bodyPr/>
        <a:lstStyle/>
        <a:p>
          <a:endParaRPr lang="en-US"/>
        </a:p>
      </dgm:t>
    </dgm:pt>
    <dgm:pt modelId="{694FD558-F840-4652-ACC0-9C4AC97F7C40}" type="sibTrans" cxnId="{04E8153B-1BC6-4B2F-A85B-43B1DD03A3E2}">
      <dgm:prSet/>
      <dgm:spPr/>
      <dgm:t>
        <a:bodyPr/>
        <a:lstStyle/>
        <a:p>
          <a:endParaRPr lang="en-US"/>
        </a:p>
      </dgm:t>
    </dgm:pt>
    <dgm:pt modelId="{0A19E01D-826E-4980-9448-C40098FB55AF}" type="pres">
      <dgm:prSet presAssocID="{B82B32B1-71B6-49BB-9F5C-11CE0B568A71}" presName="root" presStyleCnt="0">
        <dgm:presLayoutVars>
          <dgm:dir/>
          <dgm:resizeHandles val="exact"/>
        </dgm:presLayoutVars>
      </dgm:prSet>
      <dgm:spPr/>
    </dgm:pt>
    <dgm:pt modelId="{3CFD8C97-C658-42F1-9E97-1586B702B714}" type="pres">
      <dgm:prSet presAssocID="{AB8A0370-174D-4011-91E2-64B5243ED582}" presName="compNode" presStyleCnt="0"/>
      <dgm:spPr/>
    </dgm:pt>
    <dgm:pt modelId="{4ECC0DE7-48E2-48A0-87D3-70778E4F98F1}" type="pres">
      <dgm:prSet presAssocID="{AB8A0370-174D-4011-91E2-64B5243ED582}" presName="iconBgRect" presStyleLbl="bgShp" presStyleIdx="0" presStyleCnt="3"/>
      <dgm:spPr/>
    </dgm:pt>
    <dgm:pt modelId="{A2A5F7A7-B0AC-4691-BBF2-7FC580708FE6}" type="pres">
      <dgm:prSet presAssocID="{AB8A0370-174D-4011-91E2-64B5243ED58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21917130-AA30-4EEF-B240-DCDE80FB0861}" type="pres">
      <dgm:prSet presAssocID="{AB8A0370-174D-4011-91E2-64B5243ED582}" presName="spaceRect" presStyleCnt="0"/>
      <dgm:spPr/>
    </dgm:pt>
    <dgm:pt modelId="{3569FFAB-76B6-4A4B-AC7F-6E90EE2629A1}" type="pres">
      <dgm:prSet presAssocID="{AB8A0370-174D-4011-91E2-64B5243ED582}" presName="textRect" presStyleLbl="revTx" presStyleIdx="0" presStyleCnt="3">
        <dgm:presLayoutVars>
          <dgm:chMax val="1"/>
          <dgm:chPref val="1"/>
        </dgm:presLayoutVars>
      </dgm:prSet>
      <dgm:spPr/>
    </dgm:pt>
    <dgm:pt modelId="{B13277D2-7F4E-4E66-B366-2C5FFC797A48}" type="pres">
      <dgm:prSet presAssocID="{271E93B7-42B3-492C-B7AA-E5F312E49D4D}" presName="sibTrans" presStyleCnt="0"/>
      <dgm:spPr/>
    </dgm:pt>
    <dgm:pt modelId="{BDD2C482-3D65-4606-A290-27C63DA58078}" type="pres">
      <dgm:prSet presAssocID="{41F3AB6D-04A1-45DE-8144-95401DAC3049}" presName="compNode" presStyleCnt="0"/>
      <dgm:spPr/>
    </dgm:pt>
    <dgm:pt modelId="{D0EB0649-7473-4A04-B30B-75AB54CC085A}" type="pres">
      <dgm:prSet presAssocID="{41F3AB6D-04A1-45DE-8144-95401DAC3049}" presName="iconBgRect" presStyleLbl="bgShp" presStyleIdx="1" presStyleCnt="3"/>
      <dgm:spPr/>
    </dgm:pt>
    <dgm:pt modelId="{E7DAFC76-02EE-4C8E-BAAB-9FFA060224B6}" type="pres">
      <dgm:prSet presAssocID="{41F3AB6D-04A1-45DE-8144-95401DAC304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53D374CE-569C-463A-AF57-9170994C6320}" type="pres">
      <dgm:prSet presAssocID="{41F3AB6D-04A1-45DE-8144-95401DAC3049}" presName="spaceRect" presStyleCnt="0"/>
      <dgm:spPr/>
    </dgm:pt>
    <dgm:pt modelId="{90C904BF-2F1E-456C-B327-E442181FB2E6}" type="pres">
      <dgm:prSet presAssocID="{41F3AB6D-04A1-45DE-8144-95401DAC3049}" presName="textRect" presStyleLbl="revTx" presStyleIdx="1" presStyleCnt="3">
        <dgm:presLayoutVars>
          <dgm:chMax val="1"/>
          <dgm:chPref val="1"/>
        </dgm:presLayoutVars>
      </dgm:prSet>
      <dgm:spPr/>
    </dgm:pt>
    <dgm:pt modelId="{4433D2ED-82AD-42F8-9A07-8A29F3432D23}" type="pres">
      <dgm:prSet presAssocID="{EFA603F1-CACF-49D6-9E20-A7738F662A76}" presName="sibTrans" presStyleCnt="0"/>
      <dgm:spPr/>
    </dgm:pt>
    <dgm:pt modelId="{ECB4FA24-F535-43F1-8DAF-38F1D81F3960}" type="pres">
      <dgm:prSet presAssocID="{F6E76933-8625-4D38-BC5E-407E8D9E589D}" presName="compNode" presStyleCnt="0"/>
      <dgm:spPr/>
    </dgm:pt>
    <dgm:pt modelId="{E47D90AF-7ED9-4C11-9116-DD27BD34B6DB}" type="pres">
      <dgm:prSet presAssocID="{F6E76933-8625-4D38-BC5E-407E8D9E589D}" presName="iconBgRect" presStyleLbl="bgShp" presStyleIdx="2" presStyleCnt="3"/>
      <dgm:spPr/>
    </dgm:pt>
    <dgm:pt modelId="{B6E77302-5864-44A5-9BEB-7534A682E08E}" type="pres">
      <dgm:prSet presAssocID="{F6E76933-8625-4D38-BC5E-407E8D9E589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3452A44A-268F-40F7-B253-E61F28B9666F}" type="pres">
      <dgm:prSet presAssocID="{F6E76933-8625-4D38-BC5E-407E8D9E589D}" presName="spaceRect" presStyleCnt="0"/>
      <dgm:spPr/>
    </dgm:pt>
    <dgm:pt modelId="{388C5A40-7B4A-46C7-9E2D-C0D31F3005B5}" type="pres">
      <dgm:prSet presAssocID="{F6E76933-8625-4D38-BC5E-407E8D9E589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FE0D123-C3E4-415A-8183-723A6DA28B72}" srcId="{B82B32B1-71B6-49BB-9F5C-11CE0B568A71}" destId="{AB8A0370-174D-4011-91E2-64B5243ED582}" srcOrd="0" destOrd="0" parTransId="{557A8739-553C-4BA0-A889-07302361B886}" sibTransId="{271E93B7-42B3-492C-B7AA-E5F312E49D4D}"/>
    <dgm:cxn modelId="{04E8153B-1BC6-4B2F-A85B-43B1DD03A3E2}" srcId="{B82B32B1-71B6-49BB-9F5C-11CE0B568A71}" destId="{F6E76933-8625-4D38-BC5E-407E8D9E589D}" srcOrd="2" destOrd="0" parTransId="{C7D40CCC-0491-406F-80D8-06524D25D646}" sibTransId="{694FD558-F840-4652-ACC0-9C4AC97F7C40}"/>
    <dgm:cxn modelId="{73A6034B-520C-4516-80B8-1BB5ADD16F31}" type="presOf" srcId="{B82B32B1-71B6-49BB-9F5C-11CE0B568A71}" destId="{0A19E01D-826E-4980-9448-C40098FB55AF}" srcOrd="0" destOrd="0" presId="urn:microsoft.com/office/officeart/2018/5/layout/IconCircleLabelList"/>
    <dgm:cxn modelId="{92AC227E-2952-4738-9BA9-FD8F1F5DBB19}" srcId="{B82B32B1-71B6-49BB-9F5C-11CE0B568A71}" destId="{41F3AB6D-04A1-45DE-8144-95401DAC3049}" srcOrd="1" destOrd="0" parTransId="{A4A5151C-E46E-4E16-9B4B-2AA0883437C2}" sibTransId="{EFA603F1-CACF-49D6-9E20-A7738F662A76}"/>
    <dgm:cxn modelId="{08F8FDA3-04BB-462A-9EA6-E076BDB0E294}" type="presOf" srcId="{AB8A0370-174D-4011-91E2-64B5243ED582}" destId="{3569FFAB-76B6-4A4B-AC7F-6E90EE2629A1}" srcOrd="0" destOrd="0" presId="urn:microsoft.com/office/officeart/2018/5/layout/IconCircleLabelList"/>
    <dgm:cxn modelId="{2A080EDD-788B-4FD9-B828-AB0509E64572}" type="presOf" srcId="{F6E76933-8625-4D38-BC5E-407E8D9E589D}" destId="{388C5A40-7B4A-46C7-9E2D-C0D31F3005B5}" srcOrd="0" destOrd="0" presId="urn:microsoft.com/office/officeart/2018/5/layout/IconCircleLabelList"/>
    <dgm:cxn modelId="{D46ABAEC-FDEB-4E33-8999-1157FE694073}" type="presOf" srcId="{41F3AB6D-04A1-45DE-8144-95401DAC3049}" destId="{90C904BF-2F1E-456C-B327-E442181FB2E6}" srcOrd="0" destOrd="0" presId="urn:microsoft.com/office/officeart/2018/5/layout/IconCircleLabelList"/>
    <dgm:cxn modelId="{29AB791B-141B-46B8-B9D6-75D854B418C8}" type="presParOf" srcId="{0A19E01D-826E-4980-9448-C40098FB55AF}" destId="{3CFD8C97-C658-42F1-9E97-1586B702B714}" srcOrd="0" destOrd="0" presId="urn:microsoft.com/office/officeart/2018/5/layout/IconCircleLabelList"/>
    <dgm:cxn modelId="{7B2EAA77-A4CB-4BEB-AAA3-2DF016E028F5}" type="presParOf" srcId="{3CFD8C97-C658-42F1-9E97-1586B702B714}" destId="{4ECC0DE7-48E2-48A0-87D3-70778E4F98F1}" srcOrd="0" destOrd="0" presId="urn:microsoft.com/office/officeart/2018/5/layout/IconCircleLabelList"/>
    <dgm:cxn modelId="{9DACB7E0-9C2C-4FC6-9A68-596D64556E89}" type="presParOf" srcId="{3CFD8C97-C658-42F1-9E97-1586B702B714}" destId="{A2A5F7A7-B0AC-4691-BBF2-7FC580708FE6}" srcOrd="1" destOrd="0" presId="urn:microsoft.com/office/officeart/2018/5/layout/IconCircleLabelList"/>
    <dgm:cxn modelId="{C324470E-A0E1-43E0-99DA-9A95D0803EC4}" type="presParOf" srcId="{3CFD8C97-C658-42F1-9E97-1586B702B714}" destId="{21917130-AA30-4EEF-B240-DCDE80FB0861}" srcOrd="2" destOrd="0" presId="urn:microsoft.com/office/officeart/2018/5/layout/IconCircleLabelList"/>
    <dgm:cxn modelId="{3263EFD0-0090-4127-BDE8-BE359FF66B24}" type="presParOf" srcId="{3CFD8C97-C658-42F1-9E97-1586B702B714}" destId="{3569FFAB-76B6-4A4B-AC7F-6E90EE2629A1}" srcOrd="3" destOrd="0" presId="urn:microsoft.com/office/officeart/2018/5/layout/IconCircleLabelList"/>
    <dgm:cxn modelId="{0A4F2E6D-AF2A-4421-999F-696714FA07C9}" type="presParOf" srcId="{0A19E01D-826E-4980-9448-C40098FB55AF}" destId="{B13277D2-7F4E-4E66-B366-2C5FFC797A48}" srcOrd="1" destOrd="0" presId="urn:microsoft.com/office/officeart/2018/5/layout/IconCircleLabelList"/>
    <dgm:cxn modelId="{A384E744-37EB-4763-A395-32C3FEABEF9B}" type="presParOf" srcId="{0A19E01D-826E-4980-9448-C40098FB55AF}" destId="{BDD2C482-3D65-4606-A290-27C63DA58078}" srcOrd="2" destOrd="0" presId="urn:microsoft.com/office/officeart/2018/5/layout/IconCircleLabelList"/>
    <dgm:cxn modelId="{286393E8-18E7-4128-849C-7AF2E70D20E9}" type="presParOf" srcId="{BDD2C482-3D65-4606-A290-27C63DA58078}" destId="{D0EB0649-7473-4A04-B30B-75AB54CC085A}" srcOrd="0" destOrd="0" presId="urn:microsoft.com/office/officeart/2018/5/layout/IconCircleLabelList"/>
    <dgm:cxn modelId="{E9F36A30-731B-4ED5-B4DD-728B51458658}" type="presParOf" srcId="{BDD2C482-3D65-4606-A290-27C63DA58078}" destId="{E7DAFC76-02EE-4C8E-BAAB-9FFA060224B6}" srcOrd="1" destOrd="0" presId="urn:microsoft.com/office/officeart/2018/5/layout/IconCircleLabelList"/>
    <dgm:cxn modelId="{E8F11A74-CF7E-41D6-9336-7329266198E1}" type="presParOf" srcId="{BDD2C482-3D65-4606-A290-27C63DA58078}" destId="{53D374CE-569C-463A-AF57-9170994C6320}" srcOrd="2" destOrd="0" presId="urn:microsoft.com/office/officeart/2018/5/layout/IconCircleLabelList"/>
    <dgm:cxn modelId="{53B4BF85-D8E5-4892-9048-E8EC00B9A111}" type="presParOf" srcId="{BDD2C482-3D65-4606-A290-27C63DA58078}" destId="{90C904BF-2F1E-456C-B327-E442181FB2E6}" srcOrd="3" destOrd="0" presId="urn:microsoft.com/office/officeart/2018/5/layout/IconCircleLabelList"/>
    <dgm:cxn modelId="{1039B7A8-CE6B-4DE5-95BD-F57738A80787}" type="presParOf" srcId="{0A19E01D-826E-4980-9448-C40098FB55AF}" destId="{4433D2ED-82AD-42F8-9A07-8A29F3432D23}" srcOrd="3" destOrd="0" presId="urn:microsoft.com/office/officeart/2018/5/layout/IconCircleLabelList"/>
    <dgm:cxn modelId="{817A5A9C-936E-4236-B4E0-678797ED2D62}" type="presParOf" srcId="{0A19E01D-826E-4980-9448-C40098FB55AF}" destId="{ECB4FA24-F535-43F1-8DAF-38F1D81F3960}" srcOrd="4" destOrd="0" presId="urn:microsoft.com/office/officeart/2018/5/layout/IconCircleLabelList"/>
    <dgm:cxn modelId="{E954F744-D59F-4694-AC41-E1D1BD460230}" type="presParOf" srcId="{ECB4FA24-F535-43F1-8DAF-38F1D81F3960}" destId="{E47D90AF-7ED9-4C11-9116-DD27BD34B6DB}" srcOrd="0" destOrd="0" presId="urn:microsoft.com/office/officeart/2018/5/layout/IconCircleLabelList"/>
    <dgm:cxn modelId="{AB102533-2D3F-498F-A2AF-2CD92FF68828}" type="presParOf" srcId="{ECB4FA24-F535-43F1-8DAF-38F1D81F3960}" destId="{B6E77302-5864-44A5-9BEB-7534A682E08E}" srcOrd="1" destOrd="0" presId="urn:microsoft.com/office/officeart/2018/5/layout/IconCircleLabelList"/>
    <dgm:cxn modelId="{BD0E1977-19C3-41AB-ABCF-629244F18087}" type="presParOf" srcId="{ECB4FA24-F535-43F1-8DAF-38F1D81F3960}" destId="{3452A44A-268F-40F7-B253-E61F28B9666F}" srcOrd="2" destOrd="0" presId="urn:microsoft.com/office/officeart/2018/5/layout/IconCircleLabelList"/>
    <dgm:cxn modelId="{F1A12E75-112B-4168-99AA-11044FCAA8FB}" type="presParOf" srcId="{ECB4FA24-F535-43F1-8DAF-38F1D81F3960}" destId="{388C5A40-7B4A-46C7-9E2D-C0D31F3005B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8A920EE-DCD4-4F46-9042-2A4460C6E0D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CFD456D-1540-4EBE-A0F4-2C7835310BB4}">
      <dgm:prSet/>
      <dgm:spPr/>
      <dgm:t>
        <a:bodyPr/>
        <a:lstStyle/>
        <a:p>
          <a:r>
            <a:rPr lang="en-US"/>
            <a:t>Introduction to Networking</a:t>
          </a:r>
        </a:p>
      </dgm:t>
    </dgm:pt>
    <dgm:pt modelId="{107C2A2A-EE44-40AD-B810-97BD7D33B593}" type="parTrans" cxnId="{26E4033F-67FD-4879-A3EA-6931C849D734}">
      <dgm:prSet/>
      <dgm:spPr/>
      <dgm:t>
        <a:bodyPr/>
        <a:lstStyle/>
        <a:p>
          <a:endParaRPr lang="en-US"/>
        </a:p>
      </dgm:t>
    </dgm:pt>
    <dgm:pt modelId="{63EE856A-311D-4793-8902-8963BBEE481F}" type="sibTrans" cxnId="{26E4033F-67FD-4879-A3EA-6931C849D734}">
      <dgm:prSet/>
      <dgm:spPr/>
      <dgm:t>
        <a:bodyPr/>
        <a:lstStyle/>
        <a:p>
          <a:endParaRPr lang="en-US"/>
        </a:p>
      </dgm:t>
    </dgm:pt>
    <dgm:pt modelId="{B341AEB5-FD58-4509-AE96-9FE52FD03B10}">
      <dgm:prSet/>
      <dgm:spPr/>
      <dgm:t>
        <a:bodyPr/>
        <a:lstStyle/>
        <a:p>
          <a:r>
            <a:rPr lang="en-US"/>
            <a:t>Security Principles</a:t>
          </a:r>
        </a:p>
      </dgm:t>
    </dgm:pt>
    <dgm:pt modelId="{1E25EEA8-CCB1-4B6B-8CCC-2F882A4BF028}" type="parTrans" cxnId="{DAC4A9CB-7B02-469D-BD99-EDA993257DD7}">
      <dgm:prSet/>
      <dgm:spPr/>
      <dgm:t>
        <a:bodyPr/>
        <a:lstStyle/>
        <a:p>
          <a:endParaRPr lang="en-US"/>
        </a:p>
      </dgm:t>
    </dgm:pt>
    <dgm:pt modelId="{E0ECB79F-5981-4A1F-89B8-B5B51DB91D6F}" type="sibTrans" cxnId="{DAC4A9CB-7B02-469D-BD99-EDA993257DD7}">
      <dgm:prSet/>
      <dgm:spPr/>
      <dgm:t>
        <a:bodyPr/>
        <a:lstStyle/>
        <a:p>
          <a:endParaRPr lang="en-US"/>
        </a:p>
      </dgm:t>
    </dgm:pt>
    <dgm:pt modelId="{F30522D7-DAEA-4B82-91AF-989B4713CC6F}">
      <dgm:prSet/>
      <dgm:spPr/>
      <dgm:t>
        <a:bodyPr/>
        <a:lstStyle/>
        <a:p>
          <a:r>
            <a:rPr lang="en-US"/>
            <a:t>Computer Organization</a:t>
          </a:r>
        </a:p>
      </dgm:t>
    </dgm:pt>
    <dgm:pt modelId="{18A4CC86-3C1B-4085-B0CF-D83194CFA40B}" type="parTrans" cxnId="{00EA6044-042B-4288-9891-63740146AD0D}">
      <dgm:prSet/>
      <dgm:spPr/>
      <dgm:t>
        <a:bodyPr/>
        <a:lstStyle/>
        <a:p>
          <a:endParaRPr lang="en-US"/>
        </a:p>
      </dgm:t>
    </dgm:pt>
    <dgm:pt modelId="{57888F81-52B3-455B-A2B4-FD4C74D64B86}" type="sibTrans" cxnId="{00EA6044-042B-4288-9891-63740146AD0D}">
      <dgm:prSet/>
      <dgm:spPr/>
      <dgm:t>
        <a:bodyPr/>
        <a:lstStyle/>
        <a:p>
          <a:endParaRPr lang="en-US"/>
        </a:p>
      </dgm:t>
    </dgm:pt>
    <dgm:pt modelId="{9B3DD77A-C6CC-4A7F-85CB-C09AC36992BC}">
      <dgm:prSet/>
      <dgm:spPr/>
      <dgm:t>
        <a:bodyPr/>
        <a:lstStyle/>
        <a:p>
          <a:r>
            <a:rPr lang="en-US"/>
            <a:t>Network Security</a:t>
          </a:r>
        </a:p>
      </dgm:t>
    </dgm:pt>
    <dgm:pt modelId="{33FF22FE-240A-4B4D-AB32-1CAC662388C2}" type="parTrans" cxnId="{FE767AD4-9102-41CE-9476-2EB2C253D214}">
      <dgm:prSet/>
      <dgm:spPr/>
      <dgm:t>
        <a:bodyPr/>
        <a:lstStyle/>
        <a:p>
          <a:endParaRPr lang="en-US"/>
        </a:p>
      </dgm:t>
    </dgm:pt>
    <dgm:pt modelId="{068B65E7-5F41-4DEC-83B4-8FA2AC07326A}" type="sibTrans" cxnId="{FE767AD4-9102-41CE-9476-2EB2C253D214}">
      <dgm:prSet/>
      <dgm:spPr/>
      <dgm:t>
        <a:bodyPr/>
        <a:lstStyle/>
        <a:p>
          <a:endParaRPr lang="en-US"/>
        </a:p>
      </dgm:t>
    </dgm:pt>
    <dgm:pt modelId="{28053E08-F4F8-44DC-B79A-4138CD95AB37}">
      <dgm:prSet/>
      <dgm:spPr/>
      <dgm:t>
        <a:bodyPr/>
        <a:lstStyle/>
        <a:p>
          <a:r>
            <a:rPr lang="en-US"/>
            <a:t>Computer Security</a:t>
          </a:r>
        </a:p>
      </dgm:t>
    </dgm:pt>
    <dgm:pt modelId="{D1BDAB0B-8D5E-4F65-A625-EF6799BC8611}" type="parTrans" cxnId="{5C1B0E8F-E7A3-465B-ADBB-E74FD11E3CEF}">
      <dgm:prSet/>
      <dgm:spPr/>
      <dgm:t>
        <a:bodyPr/>
        <a:lstStyle/>
        <a:p>
          <a:endParaRPr lang="en-US"/>
        </a:p>
      </dgm:t>
    </dgm:pt>
    <dgm:pt modelId="{6FBFB406-87E4-4840-A729-A9817CB1ACA2}" type="sibTrans" cxnId="{5C1B0E8F-E7A3-465B-ADBB-E74FD11E3CEF}">
      <dgm:prSet/>
      <dgm:spPr/>
      <dgm:t>
        <a:bodyPr/>
        <a:lstStyle/>
        <a:p>
          <a:endParaRPr lang="en-US"/>
        </a:p>
      </dgm:t>
    </dgm:pt>
    <dgm:pt modelId="{67ED257E-38BA-45D0-9C86-AF4E7A04376D}">
      <dgm:prSet/>
      <dgm:spPr/>
      <dgm:t>
        <a:bodyPr/>
        <a:lstStyle/>
        <a:p>
          <a:r>
            <a:rPr lang="en-US"/>
            <a:t>Data Structures</a:t>
          </a:r>
        </a:p>
      </dgm:t>
    </dgm:pt>
    <dgm:pt modelId="{8B0AB641-0FD8-4F8A-92F5-D6E08D718ED4}" type="parTrans" cxnId="{74D3768F-2518-4767-A347-FB30DDF8E6AE}">
      <dgm:prSet/>
      <dgm:spPr/>
      <dgm:t>
        <a:bodyPr/>
        <a:lstStyle/>
        <a:p>
          <a:endParaRPr lang="en-US"/>
        </a:p>
      </dgm:t>
    </dgm:pt>
    <dgm:pt modelId="{052A4C04-609B-4DC4-865F-0FE00BE053B9}" type="sibTrans" cxnId="{74D3768F-2518-4767-A347-FB30DDF8E6AE}">
      <dgm:prSet/>
      <dgm:spPr/>
      <dgm:t>
        <a:bodyPr/>
        <a:lstStyle/>
        <a:p>
          <a:endParaRPr lang="en-US"/>
        </a:p>
      </dgm:t>
    </dgm:pt>
    <dgm:pt modelId="{4F68D5D7-AEF6-4D5E-BC01-17252B9BC103}">
      <dgm:prSet/>
      <dgm:spPr/>
      <dgm:t>
        <a:bodyPr/>
        <a:lstStyle/>
        <a:p>
          <a:r>
            <a:rPr lang="en-US"/>
            <a:t>Assembly Language</a:t>
          </a:r>
        </a:p>
      </dgm:t>
    </dgm:pt>
    <dgm:pt modelId="{07D7B8FA-16F0-4964-B62A-84CE15615D1E}" type="parTrans" cxnId="{22E681A1-0A1A-4403-8A3B-83F78D6ED1DB}">
      <dgm:prSet/>
      <dgm:spPr/>
      <dgm:t>
        <a:bodyPr/>
        <a:lstStyle/>
        <a:p>
          <a:endParaRPr lang="en-US"/>
        </a:p>
      </dgm:t>
    </dgm:pt>
    <dgm:pt modelId="{794CD343-B56E-4A15-AC78-907EADB65275}" type="sibTrans" cxnId="{22E681A1-0A1A-4403-8A3B-83F78D6ED1DB}">
      <dgm:prSet/>
      <dgm:spPr/>
      <dgm:t>
        <a:bodyPr/>
        <a:lstStyle/>
        <a:p>
          <a:endParaRPr lang="en-US"/>
        </a:p>
      </dgm:t>
    </dgm:pt>
    <dgm:pt modelId="{C8A48084-B571-48DB-87F1-5F1725B424ED}">
      <dgm:prSet/>
      <dgm:spPr/>
      <dgm:t>
        <a:bodyPr/>
        <a:lstStyle/>
        <a:p>
          <a:r>
            <a:rPr lang="en-US"/>
            <a:t>Network Forensics</a:t>
          </a:r>
        </a:p>
      </dgm:t>
    </dgm:pt>
    <dgm:pt modelId="{13A2C508-F03D-4ED3-8CCA-2961DB472AEC}" type="parTrans" cxnId="{6790E215-89F1-43A7-ACB4-D054565A3924}">
      <dgm:prSet/>
      <dgm:spPr/>
      <dgm:t>
        <a:bodyPr/>
        <a:lstStyle/>
        <a:p>
          <a:endParaRPr lang="en-US"/>
        </a:p>
      </dgm:t>
    </dgm:pt>
    <dgm:pt modelId="{024A9918-7692-4EAE-A7FB-F2E730AC952E}" type="sibTrans" cxnId="{6790E215-89F1-43A7-ACB4-D054565A3924}">
      <dgm:prSet/>
      <dgm:spPr/>
      <dgm:t>
        <a:bodyPr/>
        <a:lstStyle/>
        <a:p>
          <a:endParaRPr lang="en-US"/>
        </a:p>
      </dgm:t>
    </dgm:pt>
    <dgm:pt modelId="{51FF98EC-0287-415E-ADDF-C7A5CD3FF546}" type="pres">
      <dgm:prSet presAssocID="{F8A920EE-DCD4-4F46-9042-2A4460C6E0D3}" presName="root" presStyleCnt="0">
        <dgm:presLayoutVars>
          <dgm:dir/>
          <dgm:resizeHandles val="exact"/>
        </dgm:presLayoutVars>
      </dgm:prSet>
      <dgm:spPr/>
    </dgm:pt>
    <dgm:pt modelId="{4774DA6C-9D9D-47FA-9721-62276C6C9203}" type="pres">
      <dgm:prSet presAssocID="{CCFD456D-1540-4EBE-A0F4-2C7835310BB4}" presName="compNode" presStyleCnt="0"/>
      <dgm:spPr/>
    </dgm:pt>
    <dgm:pt modelId="{796C709A-1ADF-42AE-AE90-A92E49F5113B}" type="pres">
      <dgm:prSet presAssocID="{CCFD456D-1540-4EBE-A0F4-2C7835310BB4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10C001D9-BE69-48B6-A84B-B29FF563E93B}" type="pres">
      <dgm:prSet presAssocID="{CCFD456D-1540-4EBE-A0F4-2C7835310BB4}" presName="spaceRect" presStyleCnt="0"/>
      <dgm:spPr/>
    </dgm:pt>
    <dgm:pt modelId="{EFA3C738-DFD7-44C6-8942-F591C209649B}" type="pres">
      <dgm:prSet presAssocID="{CCFD456D-1540-4EBE-A0F4-2C7835310BB4}" presName="textRect" presStyleLbl="revTx" presStyleIdx="0" presStyleCnt="8">
        <dgm:presLayoutVars>
          <dgm:chMax val="1"/>
          <dgm:chPref val="1"/>
        </dgm:presLayoutVars>
      </dgm:prSet>
      <dgm:spPr/>
    </dgm:pt>
    <dgm:pt modelId="{8E66BD16-E4C3-4FD3-BBB0-F86D1416D4DA}" type="pres">
      <dgm:prSet presAssocID="{63EE856A-311D-4793-8902-8963BBEE481F}" presName="sibTrans" presStyleCnt="0"/>
      <dgm:spPr/>
    </dgm:pt>
    <dgm:pt modelId="{70EB50CD-D909-44A0-A239-2F79A8727C75}" type="pres">
      <dgm:prSet presAssocID="{B341AEB5-FD58-4509-AE96-9FE52FD03B10}" presName="compNode" presStyleCnt="0"/>
      <dgm:spPr/>
    </dgm:pt>
    <dgm:pt modelId="{86657251-51A2-498F-909E-403919423658}" type="pres">
      <dgm:prSet presAssocID="{B341AEB5-FD58-4509-AE96-9FE52FD03B10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5E99AA4E-4964-4D3F-88A6-A821244483B6}" type="pres">
      <dgm:prSet presAssocID="{B341AEB5-FD58-4509-AE96-9FE52FD03B10}" presName="spaceRect" presStyleCnt="0"/>
      <dgm:spPr/>
    </dgm:pt>
    <dgm:pt modelId="{7FA4E17E-F84C-43FD-AAE2-E7A2DD6287CA}" type="pres">
      <dgm:prSet presAssocID="{B341AEB5-FD58-4509-AE96-9FE52FD03B10}" presName="textRect" presStyleLbl="revTx" presStyleIdx="1" presStyleCnt="8">
        <dgm:presLayoutVars>
          <dgm:chMax val="1"/>
          <dgm:chPref val="1"/>
        </dgm:presLayoutVars>
      </dgm:prSet>
      <dgm:spPr/>
    </dgm:pt>
    <dgm:pt modelId="{D92D7B8C-9CFA-45D0-B18D-C1DA4730CDC2}" type="pres">
      <dgm:prSet presAssocID="{E0ECB79F-5981-4A1F-89B8-B5B51DB91D6F}" presName="sibTrans" presStyleCnt="0"/>
      <dgm:spPr/>
    </dgm:pt>
    <dgm:pt modelId="{949CA213-94A2-4BD1-8687-EC54F6C86AE8}" type="pres">
      <dgm:prSet presAssocID="{F30522D7-DAEA-4B82-91AF-989B4713CC6F}" presName="compNode" presStyleCnt="0"/>
      <dgm:spPr/>
    </dgm:pt>
    <dgm:pt modelId="{EC4C4E4E-7A82-4860-93E3-A4E703DB2868}" type="pres">
      <dgm:prSet presAssocID="{F30522D7-DAEA-4B82-91AF-989B4713CC6F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082F790A-4E20-4734-901D-5DFC4BD78A90}" type="pres">
      <dgm:prSet presAssocID="{F30522D7-DAEA-4B82-91AF-989B4713CC6F}" presName="spaceRect" presStyleCnt="0"/>
      <dgm:spPr/>
    </dgm:pt>
    <dgm:pt modelId="{4B2A4B25-2CF7-4849-8880-CB21A2015F78}" type="pres">
      <dgm:prSet presAssocID="{F30522D7-DAEA-4B82-91AF-989B4713CC6F}" presName="textRect" presStyleLbl="revTx" presStyleIdx="2" presStyleCnt="8">
        <dgm:presLayoutVars>
          <dgm:chMax val="1"/>
          <dgm:chPref val="1"/>
        </dgm:presLayoutVars>
      </dgm:prSet>
      <dgm:spPr/>
    </dgm:pt>
    <dgm:pt modelId="{E9C7A578-A409-414F-A979-9B8D534A8585}" type="pres">
      <dgm:prSet presAssocID="{57888F81-52B3-455B-A2B4-FD4C74D64B86}" presName="sibTrans" presStyleCnt="0"/>
      <dgm:spPr/>
    </dgm:pt>
    <dgm:pt modelId="{FDC14412-016D-4A26-875A-A18E03788933}" type="pres">
      <dgm:prSet presAssocID="{9B3DD77A-C6CC-4A7F-85CB-C09AC36992BC}" presName="compNode" presStyleCnt="0"/>
      <dgm:spPr/>
    </dgm:pt>
    <dgm:pt modelId="{2FA181F3-CF1E-40FF-8096-D416CC3656DB}" type="pres">
      <dgm:prSet presAssocID="{9B3DD77A-C6CC-4A7F-85CB-C09AC36992BC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curity Camera Sign"/>
        </a:ext>
      </dgm:extLst>
    </dgm:pt>
    <dgm:pt modelId="{EB05C331-0330-4C32-8F9E-4353B9A97736}" type="pres">
      <dgm:prSet presAssocID="{9B3DD77A-C6CC-4A7F-85CB-C09AC36992BC}" presName="spaceRect" presStyleCnt="0"/>
      <dgm:spPr/>
    </dgm:pt>
    <dgm:pt modelId="{CC186716-7866-4D45-957E-2B84E09C2112}" type="pres">
      <dgm:prSet presAssocID="{9B3DD77A-C6CC-4A7F-85CB-C09AC36992BC}" presName="textRect" presStyleLbl="revTx" presStyleIdx="3" presStyleCnt="8">
        <dgm:presLayoutVars>
          <dgm:chMax val="1"/>
          <dgm:chPref val="1"/>
        </dgm:presLayoutVars>
      </dgm:prSet>
      <dgm:spPr/>
    </dgm:pt>
    <dgm:pt modelId="{85C53E75-12E8-475B-85ED-C2043A5BC21D}" type="pres">
      <dgm:prSet presAssocID="{068B65E7-5F41-4DEC-83B4-8FA2AC07326A}" presName="sibTrans" presStyleCnt="0"/>
      <dgm:spPr/>
    </dgm:pt>
    <dgm:pt modelId="{C8B793B7-12D9-40B0-8981-1175E9903333}" type="pres">
      <dgm:prSet presAssocID="{28053E08-F4F8-44DC-B79A-4138CD95AB37}" presName="compNode" presStyleCnt="0"/>
      <dgm:spPr/>
    </dgm:pt>
    <dgm:pt modelId="{83B01080-49C6-47B0-9E8C-C60E8CFF4AB4}" type="pres">
      <dgm:prSet presAssocID="{28053E08-F4F8-44DC-B79A-4138CD95AB37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390F6F6D-DACC-4CA7-BB12-7E1874D2C4EC}" type="pres">
      <dgm:prSet presAssocID="{28053E08-F4F8-44DC-B79A-4138CD95AB37}" presName="spaceRect" presStyleCnt="0"/>
      <dgm:spPr/>
    </dgm:pt>
    <dgm:pt modelId="{C9B691E7-D3B7-4201-A861-647C9DCF1513}" type="pres">
      <dgm:prSet presAssocID="{28053E08-F4F8-44DC-B79A-4138CD95AB37}" presName="textRect" presStyleLbl="revTx" presStyleIdx="4" presStyleCnt="8">
        <dgm:presLayoutVars>
          <dgm:chMax val="1"/>
          <dgm:chPref val="1"/>
        </dgm:presLayoutVars>
      </dgm:prSet>
      <dgm:spPr/>
    </dgm:pt>
    <dgm:pt modelId="{70438292-408A-4194-9185-D34482C936EE}" type="pres">
      <dgm:prSet presAssocID="{6FBFB406-87E4-4840-A729-A9817CB1ACA2}" presName="sibTrans" presStyleCnt="0"/>
      <dgm:spPr/>
    </dgm:pt>
    <dgm:pt modelId="{0C8A0A00-8844-4782-BE5E-CDFC56699AB9}" type="pres">
      <dgm:prSet presAssocID="{67ED257E-38BA-45D0-9C86-AF4E7A04376D}" presName="compNode" presStyleCnt="0"/>
      <dgm:spPr/>
    </dgm:pt>
    <dgm:pt modelId="{691FF50D-2CFC-4BF3-9172-E80053B52528}" type="pres">
      <dgm:prSet presAssocID="{67ED257E-38BA-45D0-9C86-AF4E7A04376D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665071FC-17D7-4F25-A4A7-1349C66DBD47}" type="pres">
      <dgm:prSet presAssocID="{67ED257E-38BA-45D0-9C86-AF4E7A04376D}" presName="spaceRect" presStyleCnt="0"/>
      <dgm:spPr/>
    </dgm:pt>
    <dgm:pt modelId="{3E2CDAEE-5CF3-473D-9B2E-1939B4CB621E}" type="pres">
      <dgm:prSet presAssocID="{67ED257E-38BA-45D0-9C86-AF4E7A04376D}" presName="textRect" presStyleLbl="revTx" presStyleIdx="5" presStyleCnt="8">
        <dgm:presLayoutVars>
          <dgm:chMax val="1"/>
          <dgm:chPref val="1"/>
        </dgm:presLayoutVars>
      </dgm:prSet>
      <dgm:spPr/>
    </dgm:pt>
    <dgm:pt modelId="{E66B9F71-A83F-486A-95F9-763D591B1CE8}" type="pres">
      <dgm:prSet presAssocID="{052A4C04-609B-4DC4-865F-0FE00BE053B9}" presName="sibTrans" presStyleCnt="0"/>
      <dgm:spPr/>
    </dgm:pt>
    <dgm:pt modelId="{7D5D7022-83B3-4C5E-B258-522CF3857D9F}" type="pres">
      <dgm:prSet presAssocID="{4F68D5D7-AEF6-4D5E-BC01-17252B9BC103}" presName="compNode" presStyleCnt="0"/>
      <dgm:spPr/>
    </dgm:pt>
    <dgm:pt modelId="{8B19C580-CB86-49D9-9F99-68B7AF14FBD1}" type="pres">
      <dgm:prSet presAssocID="{4F68D5D7-AEF6-4D5E-BC01-17252B9BC103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A924A08B-ED49-4B65-B488-9CBA0691AEFE}" type="pres">
      <dgm:prSet presAssocID="{4F68D5D7-AEF6-4D5E-BC01-17252B9BC103}" presName="spaceRect" presStyleCnt="0"/>
      <dgm:spPr/>
    </dgm:pt>
    <dgm:pt modelId="{FE7F3B9F-21BC-4311-BE7C-6077D8DA7113}" type="pres">
      <dgm:prSet presAssocID="{4F68D5D7-AEF6-4D5E-BC01-17252B9BC103}" presName="textRect" presStyleLbl="revTx" presStyleIdx="6" presStyleCnt="8">
        <dgm:presLayoutVars>
          <dgm:chMax val="1"/>
          <dgm:chPref val="1"/>
        </dgm:presLayoutVars>
      </dgm:prSet>
      <dgm:spPr/>
    </dgm:pt>
    <dgm:pt modelId="{0948F5C1-66D5-4039-B4C9-F9E25535AE4D}" type="pres">
      <dgm:prSet presAssocID="{794CD343-B56E-4A15-AC78-907EADB65275}" presName="sibTrans" presStyleCnt="0"/>
      <dgm:spPr/>
    </dgm:pt>
    <dgm:pt modelId="{B929BD88-5DD8-4147-8CD0-B60400DB4350}" type="pres">
      <dgm:prSet presAssocID="{C8A48084-B571-48DB-87F1-5F1725B424ED}" presName="compNode" presStyleCnt="0"/>
      <dgm:spPr/>
    </dgm:pt>
    <dgm:pt modelId="{D9A0388B-2A0F-44CA-9879-758D4F6D2CF2}" type="pres">
      <dgm:prSet presAssocID="{C8A48084-B571-48DB-87F1-5F1725B424ED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036ECBA7-EF8C-4C1C-9FF4-ECC6347C9995}" type="pres">
      <dgm:prSet presAssocID="{C8A48084-B571-48DB-87F1-5F1725B424ED}" presName="spaceRect" presStyleCnt="0"/>
      <dgm:spPr/>
    </dgm:pt>
    <dgm:pt modelId="{44E9B2BF-59E4-4D24-839D-4411DF396E8C}" type="pres">
      <dgm:prSet presAssocID="{C8A48084-B571-48DB-87F1-5F1725B424ED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6790E215-89F1-43A7-ACB4-D054565A3924}" srcId="{F8A920EE-DCD4-4F46-9042-2A4460C6E0D3}" destId="{C8A48084-B571-48DB-87F1-5F1725B424ED}" srcOrd="7" destOrd="0" parTransId="{13A2C508-F03D-4ED3-8CCA-2961DB472AEC}" sibTransId="{024A9918-7692-4EAE-A7FB-F2E730AC952E}"/>
    <dgm:cxn modelId="{26E4033F-67FD-4879-A3EA-6931C849D734}" srcId="{F8A920EE-DCD4-4F46-9042-2A4460C6E0D3}" destId="{CCFD456D-1540-4EBE-A0F4-2C7835310BB4}" srcOrd="0" destOrd="0" parTransId="{107C2A2A-EE44-40AD-B810-97BD7D33B593}" sibTransId="{63EE856A-311D-4793-8902-8963BBEE481F}"/>
    <dgm:cxn modelId="{00EA6044-042B-4288-9891-63740146AD0D}" srcId="{F8A920EE-DCD4-4F46-9042-2A4460C6E0D3}" destId="{F30522D7-DAEA-4B82-91AF-989B4713CC6F}" srcOrd="2" destOrd="0" parTransId="{18A4CC86-3C1B-4085-B0CF-D83194CFA40B}" sibTransId="{57888F81-52B3-455B-A2B4-FD4C74D64B86}"/>
    <dgm:cxn modelId="{2919E669-A7F1-4E79-97CF-DCD4DBEBA394}" type="presOf" srcId="{CCFD456D-1540-4EBE-A0F4-2C7835310BB4}" destId="{EFA3C738-DFD7-44C6-8942-F591C209649B}" srcOrd="0" destOrd="0" presId="urn:microsoft.com/office/officeart/2018/2/layout/IconLabelList"/>
    <dgm:cxn modelId="{7A58C857-2EDB-4227-BEEB-22339C614836}" type="presOf" srcId="{9B3DD77A-C6CC-4A7F-85CB-C09AC36992BC}" destId="{CC186716-7866-4D45-957E-2B84E09C2112}" srcOrd="0" destOrd="0" presId="urn:microsoft.com/office/officeart/2018/2/layout/IconLabelList"/>
    <dgm:cxn modelId="{EC8B4479-8561-4910-AC3F-9ADEA87BC820}" type="presOf" srcId="{B341AEB5-FD58-4509-AE96-9FE52FD03B10}" destId="{7FA4E17E-F84C-43FD-AAE2-E7A2DD6287CA}" srcOrd="0" destOrd="0" presId="urn:microsoft.com/office/officeart/2018/2/layout/IconLabelList"/>
    <dgm:cxn modelId="{08A4227D-4080-400F-80DB-0FAA459932A5}" type="presOf" srcId="{28053E08-F4F8-44DC-B79A-4138CD95AB37}" destId="{C9B691E7-D3B7-4201-A861-647C9DCF1513}" srcOrd="0" destOrd="0" presId="urn:microsoft.com/office/officeart/2018/2/layout/IconLabelList"/>
    <dgm:cxn modelId="{60340881-7524-4A87-9A52-DC5243C37CEF}" type="presOf" srcId="{C8A48084-B571-48DB-87F1-5F1725B424ED}" destId="{44E9B2BF-59E4-4D24-839D-4411DF396E8C}" srcOrd="0" destOrd="0" presId="urn:microsoft.com/office/officeart/2018/2/layout/IconLabelList"/>
    <dgm:cxn modelId="{261EC883-C1DC-4E2E-9AC5-A20CA4B58143}" type="presOf" srcId="{F8A920EE-DCD4-4F46-9042-2A4460C6E0D3}" destId="{51FF98EC-0287-415E-ADDF-C7A5CD3FF546}" srcOrd="0" destOrd="0" presId="urn:microsoft.com/office/officeart/2018/2/layout/IconLabelList"/>
    <dgm:cxn modelId="{758DBE8C-8131-4BA1-893E-7F14BFC394D3}" type="presOf" srcId="{4F68D5D7-AEF6-4D5E-BC01-17252B9BC103}" destId="{FE7F3B9F-21BC-4311-BE7C-6077D8DA7113}" srcOrd="0" destOrd="0" presId="urn:microsoft.com/office/officeart/2018/2/layout/IconLabelList"/>
    <dgm:cxn modelId="{5C1B0E8F-E7A3-465B-ADBB-E74FD11E3CEF}" srcId="{F8A920EE-DCD4-4F46-9042-2A4460C6E0D3}" destId="{28053E08-F4F8-44DC-B79A-4138CD95AB37}" srcOrd="4" destOrd="0" parTransId="{D1BDAB0B-8D5E-4F65-A625-EF6799BC8611}" sibTransId="{6FBFB406-87E4-4840-A729-A9817CB1ACA2}"/>
    <dgm:cxn modelId="{74D3768F-2518-4767-A347-FB30DDF8E6AE}" srcId="{F8A920EE-DCD4-4F46-9042-2A4460C6E0D3}" destId="{67ED257E-38BA-45D0-9C86-AF4E7A04376D}" srcOrd="5" destOrd="0" parTransId="{8B0AB641-0FD8-4F8A-92F5-D6E08D718ED4}" sibTransId="{052A4C04-609B-4DC4-865F-0FE00BE053B9}"/>
    <dgm:cxn modelId="{22E681A1-0A1A-4403-8A3B-83F78D6ED1DB}" srcId="{F8A920EE-DCD4-4F46-9042-2A4460C6E0D3}" destId="{4F68D5D7-AEF6-4D5E-BC01-17252B9BC103}" srcOrd="6" destOrd="0" parTransId="{07D7B8FA-16F0-4964-B62A-84CE15615D1E}" sibTransId="{794CD343-B56E-4A15-AC78-907EADB65275}"/>
    <dgm:cxn modelId="{CD7DB0C6-60A1-49C0-91DD-8669C00E32A0}" type="presOf" srcId="{F30522D7-DAEA-4B82-91AF-989B4713CC6F}" destId="{4B2A4B25-2CF7-4849-8880-CB21A2015F78}" srcOrd="0" destOrd="0" presId="urn:microsoft.com/office/officeart/2018/2/layout/IconLabelList"/>
    <dgm:cxn modelId="{DAC4A9CB-7B02-469D-BD99-EDA993257DD7}" srcId="{F8A920EE-DCD4-4F46-9042-2A4460C6E0D3}" destId="{B341AEB5-FD58-4509-AE96-9FE52FD03B10}" srcOrd="1" destOrd="0" parTransId="{1E25EEA8-CCB1-4B6B-8CCC-2F882A4BF028}" sibTransId="{E0ECB79F-5981-4A1F-89B8-B5B51DB91D6F}"/>
    <dgm:cxn modelId="{FE767AD4-9102-41CE-9476-2EB2C253D214}" srcId="{F8A920EE-DCD4-4F46-9042-2A4460C6E0D3}" destId="{9B3DD77A-C6CC-4A7F-85CB-C09AC36992BC}" srcOrd="3" destOrd="0" parTransId="{33FF22FE-240A-4B4D-AB32-1CAC662388C2}" sibTransId="{068B65E7-5F41-4DEC-83B4-8FA2AC07326A}"/>
    <dgm:cxn modelId="{94DF1EFC-D3D7-48CF-B142-B27B4CA74383}" type="presOf" srcId="{67ED257E-38BA-45D0-9C86-AF4E7A04376D}" destId="{3E2CDAEE-5CF3-473D-9B2E-1939B4CB621E}" srcOrd="0" destOrd="0" presId="urn:microsoft.com/office/officeart/2018/2/layout/IconLabelList"/>
    <dgm:cxn modelId="{489293A6-A2EE-40C9-B96A-E1195BA99BC1}" type="presParOf" srcId="{51FF98EC-0287-415E-ADDF-C7A5CD3FF546}" destId="{4774DA6C-9D9D-47FA-9721-62276C6C9203}" srcOrd="0" destOrd="0" presId="urn:microsoft.com/office/officeart/2018/2/layout/IconLabelList"/>
    <dgm:cxn modelId="{ADDD6305-344C-4CD7-8FF6-8F2A8E2376CB}" type="presParOf" srcId="{4774DA6C-9D9D-47FA-9721-62276C6C9203}" destId="{796C709A-1ADF-42AE-AE90-A92E49F5113B}" srcOrd="0" destOrd="0" presId="urn:microsoft.com/office/officeart/2018/2/layout/IconLabelList"/>
    <dgm:cxn modelId="{C770FA72-7846-4A8C-BAB9-C73EE4558B95}" type="presParOf" srcId="{4774DA6C-9D9D-47FA-9721-62276C6C9203}" destId="{10C001D9-BE69-48B6-A84B-B29FF563E93B}" srcOrd="1" destOrd="0" presId="urn:microsoft.com/office/officeart/2018/2/layout/IconLabelList"/>
    <dgm:cxn modelId="{12843E83-7B02-47DD-A040-766EAEF0A878}" type="presParOf" srcId="{4774DA6C-9D9D-47FA-9721-62276C6C9203}" destId="{EFA3C738-DFD7-44C6-8942-F591C209649B}" srcOrd="2" destOrd="0" presId="urn:microsoft.com/office/officeart/2018/2/layout/IconLabelList"/>
    <dgm:cxn modelId="{7A57ED9E-AEE5-4A6E-8070-B09C5BDC9646}" type="presParOf" srcId="{51FF98EC-0287-415E-ADDF-C7A5CD3FF546}" destId="{8E66BD16-E4C3-4FD3-BBB0-F86D1416D4DA}" srcOrd="1" destOrd="0" presId="urn:microsoft.com/office/officeart/2018/2/layout/IconLabelList"/>
    <dgm:cxn modelId="{55D2728F-6B9D-4730-90B0-611E42157B40}" type="presParOf" srcId="{51FF98EC-0287-415E-ADDF-C7A5CD3FF546}" destId="{70EB50CD-D909-44A0-A239-2F79A8727C75}" srcOrd="2" destOrd="0" presId="urn:microsoft.com/office/officeart/2018/2/layout/IconLabelList"/>
    <dgm:cxn modelId="{857347B2-AAF8-4BDA-AE6E-586271C81D7D}" type="presParOf" srcId="{70EB50CD-D909-44A0-A239-2F79A8727C75}" destId="{86657251-51A2-498F-909E-403919423658}" srcOrd="0" destOrd="0" presId="urn:microsoft.com/office/officeart/2018/2/layout/IconLabelList"/>
    <dgm:cxn modelId="{6D5AB6BB-93CC-442F-B709-1283B8584D18}" type="presParOf" srcId="{70EB50CD-D909-44A0-A239-2F79A8727C75}" destId="{5E99AA4E-4964-4D3F-88A6-A821244483B6}" srcOrd="1" destOrd="0" presId="urn:microsoft.com/office/officeart/2018/2/layout/IconLabelList"/>
    <dgm:cxn modelId="{89E812D7-76FF-424B-809E-71423B786ED0}" type="presParOf" srcId="{70EB50CD-D909-44A0-A239-2F79A8727C75}" destId="{7FA4E17E-F84C-43FD-AAE2-E7A2DD6287CA}" srcOrd="2" destOrd="0" presId="urn:microsoft.com/office/officeart/2018/2/layout/IconLabelList"/>
    <dgm:cxn modelId="{D4A466FC-605C-4EBB-8AC3-7A2BB3141DB1}" type="presParOf" srcId="{51FF98EC-0287-415E-ADDF-C7A5CD3FF546}" destId="{D92D7B8C-9CFA-45D0-B18D-C1DA4730CDC2}" srcOrd="3" destOrd="0" presId="urn:microsoft.com/office/officeart/2018/2/layout/IconLabelList"/>
    <dgm:cxn modelId="{16FE5857-B816-4344-8CF8-A9537BBB7CDB}" type="presParOf" srcId="{51FF98EC-0287-415E-ADDF-C7A5CD3FF546}" destId="{949CA213-94A2-4BD1-8687-EC54F6C86AE8}" srcOrd="4" destOrd="0" presId="urn:microsoft.com/office/officeart/2018/2/layout/IconLabelList"/>
    <dgm:cxn modelId="{A8EB1D4B-324D-41E9-8E8C-0CDB2566A294}" type="presParOf" srcId="{949CA213-94A2-4BD1-8687-EC54F6C86AE8}" destId="{EC4C4E4E-7A82-4860-93E3-A4E703DB2868}" srcOrd="0" destOrd="0" presId="urn:microsoft.com/office/officeart/2018/2/layout/IconLabelList"/>
    <dgm:cxn modelId="{BF16D839-702F-4C56-800E-A2E7F9BF5D81}" type="presParOf" srcId="{949CA213-94A2-4BD1-8687-EC54F6C86AE8}" destId="{082F790A-4E20-4734-901D-5DFC4BD78A90}" srcOrd="1" destOrd="0" presId="urn:microsoft.com/office/officeart/2018/2/layout/IconLabelList"/>
    <dgm:cxn modelId="{A4C1A870-E448-4DEE-9D66-7E88323BB2A8}" type="presParOf" srcId="{949CA213-94A2-4BD1-8687-EC54F6C86AE8}" destId="{4B2A4B25-2CF7-4849-8880-CB21A2015F78}" srcOrd="2" destOrd="0" presId="urn:microsoft.com/office/officeart/2018/2/layout/IconLabelList"/>
    <dgm:cxn modelId="{0C9AC404-4614-413D-A18D-5431B7247565}" type="presParOf" srcId="{51FF98EC-0287-415E-ADDF-C7A5CD3FF546}" destId="{E9C7A578-A409-414F-A979-9B8D534A8585}" srcOrd="5" destOrd="0" presId="urn:microsoft.com/office/officeart/2018/2/layout/IconLabelList"/>
    <dgm:cxn modelId="{2AB03E95-0054-4B30-9A48-604076A616AD}" type="presParOf" srcId="{51FF98EC-0287-415E-ADDF-C7A5CD3FF546}" destId="{FDC14412-016D-4A26-875A-A18E03788933}" srcOrd="6" destOrd="0" presId="urn:microsoft.com/office/officeart/2018/2/layout/IconLabelList"/>
    <dgm:cxn modelId="{8E94D359-8A3E-4600-8AC9-529C27DAEA2E}" type="presParOf" srcId="{FDC14412-016D-4A26-875A-A18E03788933}" destId="{2FA181F3-CF1E-40FF-8096-D416CC3656DB}" srcOrd="0" destOrd="0" presId="urn:microsoft.com/office/officeart/2018/2/layout/IconLabelList"/>
    <dgm:cxn modelId="{7AA0D0FB-B1DD-4CBE-9881-95115910D176}" type="presParOf" srcId="{FDC14412-016D-4A26-875A-A18E03788933}" destId="{EB05C331-0330-4C32-8F9E-4353B9A97736}" srcOrd="1" destOrd="0" presId="urn:microsoft.com/office/officeart/2018/2/layout/IconLabelList"/>
    <dgm:cxn modelId="{28DFCCCB-610F-4305-8A82-17C9C0F58430}" type="presParOf" srcId="{FDC14412-016D-4A26-875A-A18E03788933}" destId="{CC186716-7866-4D45-957E-2B84E09C2112}" srcOrd="2" destOrd="0" presId="urn:microsoft.com/office/officeart/2018/2/layout/IconLabelList"/>
    <dgm:cxn modelId="{DD1FB97D-39ED-4BE9-A50A-CA487F8BA636}" type="presParOf" srcId="{51FF98EC-0287-415E-ADDF-C7A5CD3FF546}" destId="{85C53E75-12E8-475B-85ED-C2043A5BC21D}" srcOrd="7" destOrd="0" presId="urn:microsoft.com/office/officeart/2018/2/layout/IconLabelList"/>
    <dgm:cxn modelId="{93FEAD31-F2DF-4CB3-B200-B4E08A11E2E1}" type="presParOf" srcId="{51FF98EC-0287-415E-ADDF-C7A5CD3FF546}" destId="{C8B793B7-12D9-40B0-8981-1175E9903333}" srcOrd="8" destOrd="0" presId="urn:microsoft.com/office/officeart/2018/2/layout/IconLabelList"/>
    <dgm:cxn modelId="{2FBF2639-FD14-45D7-A7CA-6296CEAAA28E}" type="presParOf" srcId="{C8B793B7-12D9-40B0-8981-1175E9903333}" destId="{83B01080-49C6-47B0-9E8C-C60E8CFF4AB4}" srcOrd="0" destOrd="0" presId="urn:microsoft.com/office/officeart/2018/2/layout/IconLabelList"/>
    <dgm:cxn modelId="{549B8B2E-9BCB-4879-AFDE-8618623D282E}" type="presParOf" srcId="{C8B793B7-12D9-40B0-8981-1175E9903333}" destId="{390F6F6D-DACC-4CA7-BB12-7E1874D2C4EC}" srcOrd="1" destOrd="0" presId="urn:microsoft.com/office/officeart/2018/2/layout/IconLabelList"/>
    <dgm:cxn modelId="{D116264A-B3CA-4895-A40C-090FB70FC8B8}" type="presParOf" srcId="{C8B793B7-12D9-40B0-8981-1175E9903333}" destId="{C9B691E7-D3B7-4201-A861-647C9DCF1513}" srcOrd="2" destOrd="0" presId="urn:microsoft.com/office/officeart/2018/2/layout/IconLabelList"/>
    <dgm:cxn modelId="{0CB27BFA-8BE7-44FB-A39D-0A710536B7AC}" type="presParOf" srcId="{51FF98EC-0287-415E-ADDF-C7A5CD3FF546}" destId="{70438292-408A-4194-9185-D34482C936EE}" srcOrd="9" destOrd="0" presId="urn:microsoft.com/office/officeart/2018/2/layout/IconLabelList"/>
    <dgm:cxn modelId="{9755F776-CC19-4CC3-863F-7CE65C4F3ABA}" type="presParOf" srcId="{51FF98EC-0287-415E-ADDF-C7A5CD3FF546}" destId="{0C8A0A00-8844-4782-BE5E-CDFC56699AB9}" srcOrd="10" destOrd="0" presId="urn:microsoft.com/office/officeart/2018/2/layout/IconLabelList"/>
    <dgm:cxn modelId="{5DE8B0D5-2DE2-49FD-AEF5-2B87358005A8}" type="presParOf" srcId="{0C8A0A00-8844-4782-BE5E-CDFC56699AB9}" destId="{691FF50D-2CFC-4BF3-9172-E80053B52528}" srcOrd="0" destOrd="0" presId="urn:microsoft.com/office/officeart/2018/2/layout/IconLabelList"/>
    <dgm:cxn modelId="{2C9A5D61-9DC1-479A-B3B2-89E5E8E683E1}" type="presParOf" srcId="{0C8A0A00-8844-4782-BE5E-CDFC56699AB9}" destId="{665071FC-17D7-4F25-A4A7-1349C66DBD47}" srcOrd="1" destOrd="0" presId="urn:microsoft.com/office/officeart/2018/2/layout/IconLabelList"/>
    <dgm:cxn modelId="{CDAF6436-FED6-41FA-AA84-114E70A96B9B}" type="presParOf" srcId="{0C8A0A00-8844-4782-BE5E-CDFC56699AB9}" destId="{3E2CDAEE-5CF3-473D-9B2E-1939B4CB621E}" srcOrd="2" destOrd="0" presId="urn:microsoft.com/office/officeart/2018/2/layout/IconLabelList"/>
    <dgm:cxn modelId="{57ECF44D-50EF-414D-8253-9396E42FAA31}" type="presParOf" srcId="{51FF98EC-0287-415E-ADDF-C7A5CD3FF546}" destId="{E66B9F71-A83F-486A-95F9-763D591B1CE8}" srcOrd="11" destOrd="0" presId="urn:microsoft.com/office/officeart/2018/2/layout/IconLabelList"/>
    <dgm:cxn modelId="{50E07119-7E34-460A-BCDD-F85DDAD2AEA3}" type="presParOf" srcId="{51FF98EC-0287-415E-ADDF-C7A5CD3FF546}" destId="{7D5D7022-83B3-4C5E-B258-522CF3857D9F}" srcOrd="12" destOrd="0" presId="urn:microsoft.com/office/officeart/2018/2/layout/IconLabelList"/>
    <dgm:cxn modelId="{84E071B8-2038-4EAC-B542-86F1763A5B0E}" type="presParOf" srcId="{7D5D7022-83B3-4C5E-B258-522CF3857D9F}" destId="{8B19C580-CB86-49D9-9F99-68B7AF14FBD1}" srcOrd="0" destOrd="0" presId="urn:microsoft.com/office/officeart/2018/2/layout/IconLabelList"/>
    <dgm:cxn modelId="{E09AED6C-AE8E-4394-B06F-23E0AC020106}" type="presParOf" srcId="{7D5D7022-83B3-4C5E-B258-522CF3857D9F}" destId="{A924A08B-ED49-4B65-B488-9CBA0691AEFE}" srcOrd="1" destOrd="0" presId="urn:microsoft.com/office/officeart/2018/2/layout/IconLabelList"/>
    <dgm:cxn modelId="{6C91CCC9-DFAE-4F2B-8C24-E9123202048B}" type="presParOf" srcId="{7D5D7022-83B3-4C5E-B258-522CF3857D9F}" destId="{FE7F3B9F-21BC-4311-BE7C-6077D8DA7113}" srcOrd="2" destOrd="0" presId="urn:microsoft.com/office/officeart/2018/2/layout/IconLabelList"/>
    <dgm:cxn modelId="{487965E7-5CD8-4173-AA2C-404988188A7B}" type="presParOf" srcId="{51FF98EC-0287-415E-ADDF-C7A5CD3FF546}" destId="{0948F5C1-66D5-4039-B4C9-F9E25535AE4D}" srcOrd="13" destOrd="0" presId="urn:microsoft.com/office/officeart/2018/2/layout/IconLabelList"/>
    <dgm:cxn modelId="{A5E150AC-DD6E-4028-96B7-6EB7690E05D3}" type="presParOf" srcId="{51FF98EC-0287-415E-ADDF-C7A5CD3FF546}" destId="{B929BD88-5DD8-4147-8CD0-B60400DB4350}" srcOrd="14" destOrd="0" presId="urn:microsoft.com/office/officeart/2018/2/layout/IconLabelList"/>
    <dgm:cxn modelId="{EFE31ABA-3F25-4A7A-80B0-C4CD6A63423C}" type="presParOf" srcId="{B929BD88-5DD8-4147-8CD0-B60400DB4350}" destId="{D9A0388B-2A0F-44CA-9879-758D4F6D2CF2}" srcOrd="0" destOrd="0" presId="urn:microsoft.com/office/officeart/2018/2/layout/IconLabelList"/>
    <dgm:cxn modelId="{79CEEB18-66CB-44E0-95D7-A252EFEC1464}" type="presParOf" srcId="{B929BD88-5DD8-4147-8CD0-B60400DB4350}" destId="{036ECBA7-EF8C-4C1C-9FF4-ECC6347C9995}" srcOrd="1" destOrd="0" presId="urn:microsoft.com/office/officeart/2018/2/layout/IconLabelList"/>
    <dgm:cxn modelId="{6966427B-4D63-4603-8DA1-99CA97427ABD}" type="presParOf" srcId="{B929BD88-5DD8-4147-8CD0-B60400DB4350}" destId="{44E9B2BF-59E4-4D24-839D-4411DF396E8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8F1B029-ABC2-47AE-857F-4733A1439D9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AA14A888-F601-46B5-AA98-8F2D3C8005F5}">
      <dgm:prSet/>
      <dgm:spPr/>
      <dgm:t>
        <a:bodyPr/>
        <a:lstStyle/>
        <a:p>
          <a:r>
            <a:rPr lang="en-US"/>
            <a:t>Eli-The Computer Guy</a:t>
          </a:r>
        </a:p>
      </dgm:t>
    </dgm:pt>
    <dgm:pt modelId="{7933B8C4-13C2-4085-BA4B-64F6576B9324}" type="parTrans" cxnId="{E3505FFE-719F-4249-85F0-A8664EFA5D81}">
      <dgm:prSet/>
      <dgm:spPr/>
      <dgm:t>
        <a:bodyPr/>
        <a:lstStyle/>
        <a:p>
          <a:endParaRPr lang="en-US"/>
        </a:p>
      </dgm:t>
    </dgm:pt>
    <dgm:pt modelId="{30235A34-5F6C-44E4-9492-64171DD34695}" type="sibTrans" cxnId="{E3505FFE-719F-4249-85F0-A8664EFA5D81}">
      <dgm:prSet/>
      <dgm:spPr/>
      <dgm:t>
        <a:bodyPr/>
        <a:lstStyle/>
        <a:p>
          <a:endParaRPr lang="en-US"/>
        </a:p>
      </dgm:t>
    </dgm:pt>
    <dgm:pt modelId="{08B7354F-889E-40C8-8631-B72E647358CE}">
      <dgm:prSet/>
      <dgm:spPr/>
      <dgm:t>
        <a:bodyPr/>
        <a:lstStyle/>
        <a:p>
          <a:r>
            <a:rPr lang="en-US"/>
            <a:t>Hack-The-Box</a:t>
          </a:r>
        </a:p>
      </dgm:t>
    </dgm:pt>
    <dgm:pt modelId="{3606D421-8A6C-41EB-A5F6-32F69C30EBF4}" type="parTrans" cxnId="{BA26A3D6-DBD4-47BD-9988-3F5A83C26CD5}">
      <dgm:prSet/>
      <dgm:spPr/>
      <dgm:t>
        <a:bodyPr/>
        <a:lstStyle/>
        <a:p>
          <a:endParaRPr lang="en-US"/>
        </a:p>
      </dgm:t>
    </dgm:pt>
    <dgm:pt modelId="{AF7E9333-C9EF-472F-B37B-D47B49AED29D}" type="sibTrans" cxnId="{BA26A3D6-DBD4-47BD-9988-3F5A83C26CD5}">
      <dgm:prSet/>
      <dgm:spPr/>
      <dgm:t>
        <a:bodyPr/>
        <a:lstStyle/>
        <a:p>
          <a:endParaRPr lang="en-US"/>
        </a:p>
      </dgm:t>
    </dgm:pt>
    <dgm:pt modelId="{415A3438-C9FA-4CEE-B971-3F76F04FC940}">
      <dgm:prSet/>
      <dgm:spPr/>
      <dgm:t>
        <a:bodyPr/>
        <a:lstStyle/>
        <a:p>
          <a:r>
            <a:rPr lang="en-US"/>
            <a:t>Network Surveillance and Protection Group</a:t>
          </a:r>
        </a:p>
      </dgm:t>
    </dgm:pt>
    <dgm:pt modelId="{2685CB64-1DF8-4EC3-BA44-945E8964F018}" type="parTrans" cxnId="{9AF8B727-BCCC-4190-9C79-A8B1C8CF0635}">
      <dgm:prSet/>
      <dgm:spPr/>
      <dgm:t>
        <a:bodyPr/>
        <a:lstStyle/>
        <a:p>
          <a:endParaRPr lang="en-US"/>
        </a:p>
      </dgm:t>
    </dgm:pt>
    <dgm:pt modelId="{675F0E44-516F-41AE-B481-8BDF178113E2}" type="sibTrans" cxnId="{9AF8B727-BCCC-4190-9C79-A8B1C8CF0635}">
      <dgm:prSet/>
      <dgm:spPr/>
      <dgm:t>
        <a:bodyPr/>
        <a:lstStyle/>
        <a:p>
          <a:endParaRPr lang="en-US"/>
        </a:p>
      </dgm:t>
    </dgm:pt>
    <dgm:pt modelId="{7C5571E0-3B40-4298-ABBA-6EA15D29C3FA}">
      <dgm:prSet/>
      <dgm:spPr/>
      <dgm:t>
        <a:bodyPr/>
        <a:lstStyle/>
        <a:p>
          <a:r>
            <a:rPr lang="en-US"/>
            <a:t>Capture the Flag Events</a:t>
          </a:r>
        </a:p>
      </dgm:t>
    </dgm:pt>
    <dgm:pt modelId="{98AACB0A-6005-452D-BF77-FCDFD3305D13}" type="parTrans" cxnId="{12E9CFDE-37E1-4406-9880-A522CA2E55AD}">
      <dgm:prSet/>
      <dgm:spPr/>
      <dgm:t>
        <a:bodyPr/>
        <a:lstStyle/>
        <a:p>
          <a:endParaRPr lang="en-US"/>
        </a:p>
      </dgm:t>
    </dgm:pt>
    <dgm:pt modelId="{E893C4FC-0343-4BA7-A146-D2A48149D34F}" type="sibTrans" cxnId="{12E9CFDE-37E1-4406-9880-A522CA2E55AD}">
      <dgm:prSet/>
      <dgm:spPr/>
      <dgm:t>
        <a:bodyPr/>
        <a:lstStyle/>
        <a:p>
          <a:endParaRPr lang="en-US"/>
        </a:p>
      </dgm:t>
    </dgm:pt>
    <dgm:pt modelId="{A1E0A23D-26EA-4B44-BBE3-1EA907B3EC49}">
      <dgm:prSet/>
      <dgm:spPr/>
      <dgm:t>
        <a:bodyPr/>
        <a:lstStyle/>
        <a:p>
          <a:r>
            <a:rPr lang="en-US"/>
            <a:t>OSCP Certification</a:t>
          </a:r>
        </a:p>
      </dgm:t>
    </dgm:pt>
    <dgm:pt modelId="{3C39F356-DBB5-4D40-92E9-D63CF3AA3D77}" type="parTrans" cxnId="{2C9BB876-0ECC-4468-8123-0D0DDB4E00A0}">
      <dgm:prSet/>
      <dgm:spPr/>
      <dgm:t>
        <a:bodyPr/>
        <a:lstStyle/>
        <a:p>
          <a:endParaRPr lang="en-US"/>
        </a:p>
      </dgm:t>
    </dgm:pt>
    <dgm:pt modelId="{3497D9ED-B3C8-4948-8BFD-DB7B5C2D6E6F}" type="sibTrans" cxnId="{2C9BB876-0ECC-4468-8123-0D0DDB4E00A0}">
      <dgm:prSet/>
      <dgm:spPr/>
      <dgm:t>
        <a:bodyPr/>
        <a:lstStyle/>
        <a:p>
          <a:endParaRPr lang="en-US"/>
        </a:p>
      </dgm:t>
    </dgm:pt>
    <dgm:pt modelId="{95B3A25A-7A40-404D-9332-D1F4DE9E652D}">
      <dgm:prSet/>
      <dgm:spPr/>
      <dgm:t>
        <a:bodyPr/>
        <a:lstStyle/>
        <a:p>
          <a:r>
            <a:rPr lang="en-US"/>
            <a:t>Cooperative Education</a:t>
          </a:r>
        </a:p>
      </dgm:t>
    </dgm:pt>
    <dgm:pt modelId="{1D605030-F998-4430-893A-0950B03B0522}" type="parTrans" cxnId="{6A4FE668-07A4-4468-AA2C-73F47DD5DA1C}">
      <dgm:prSet/>
      <dgm:spPr/>
      <dgm:t>
        <a:bodyPr/>
        <a:lstStyle/>
        <a:p>
          <a:endParaRPr lang="en-US"/>
        </a:p>
      </dgm:t>
    </dgm:pt>
    <dgm:pt modelId="{8F421AB8-10AE-4FD3-A00C-710604347BE7}" type="sibTrans" cxnId="{6A4FE668-07A4-4468-AA2C-73F47DD5DA1C}">
      <dgm:prSet/>
      <dgm:spPr/>
      <dgm:t>
        <a:bodyPr/>
        <a:lstStyle/>
        <a:p>
          <a:endParaRPr lang="en-US"/>
        </a:p>
      </dgm:t>
    </dgm:pt>
    <dgm:pt modelId="{938E0BF8-E5C4-4987-B453-93B8B07A48AB}">
      <dgm:prSet/>
      <dgm:spPr/>
      <dgm:t>
        <a:bodyPr/>
        <a:lstStyle/>
        <a:p>
          <a:r>
            <a:rPr lang="en-US"/>
            <a:t>Self-Study</a:t>
          </a:r>
        </a:p>
      </dgm:t>
    </dgm:pt>
    <dgm:pt modelId="{510DEE5B-15D9-43F5-AEED-EA9C15D511A1}" type="parTrans" cxnId="{031E684F-39D5-43A3-9811-D32FB41FC8F0}">
      <dgm:prSet/>
      <dgm:spPr/>
      <dgm:t>
        <a:bodyPr/>
        <a:lstStyle/>
        <a:p>
          <a:endParaRPr lang="en-US"/>
        </a:p>
      </dgm:t>
    </dgm:pt>
    <dgm:pt modelId="{9CD15360-EC1E-401B-B912-4FA4A872EA36}" type="sibTrans" cxnId="{031E684F-39D5-43A3-9811-D32FB41FC8F0}">
      <dgm:prSet/>
      <dgm:spPr/>
      <dgm:t>
        <a:bodyPr/>
        <a:lstStyle/>
        <a:p>
          <a:endParaRPr lang="en-US"/>
        </a:p>
      </dgm:t>
    </dgm:pt>
    <dgm:pt modelId="{A1A626F9-3F53-4860-A2B6-B3D4B221AF09}" type="pres">
      <dgm:prSet presAssocID="{58F1B029-ABC2-47AE-857F-4733A1439D97}" presName="root" presStyleCnt="0">
        <dgm:presLayoutVars>
          <dgm:dir/>
          <dgm:resizeHandles val="exact"/>
        </dgm:presLayoutVars>
      </dgm:prSet>
      <dgm:spPr/>
    </dgm:pt>
    <dgm:pt modelId="{53F6A52A-C327-4E24-9E14-8C34AF18077A}" type="pres">
      <dgm:prSet presAssocID="{AA14A888-F601-46B5-AA98-8F2D3C8005F5}" presName="compNode" presStyleCnt="0"/>
      <dgm:spPr/>
    </dgm:pt>
    <dgm:pt modelId="{6359504C-6CCD-4234-9383-59EFE6DE3F50}" type="pres">
      <dgm:prSet presAssocID="{AA14A888-F601-46B5-AA98-8F2D3C8005F5}" presName="bgRect" presStyleLbl="bgShp" presStyleIdx="0" presStyleCnt="7"/>
      <dgm:spPr/>
    </dgm:pt>
    <dgm:pt modelId="{09503090-0B1E-4855-BA11-92C69490EA22}" type="pres">
      <dgm:prSet presAssocID="{AA14A888-F601-46B5-AA98-8F2D3C8005F5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E6FE0E34-9686-4978-9ADF-E0EBC5341950}" type="pres">
      <dgm:prSet presAssocID="{AA14A888-F601-46B5-AA98-8F2D3C8005F5}" presName="spaceRect" presStyleCnt="0"/>
      <dgm:spPr/>
    </dgm:pt>
    <dgm:pt modelId="{C900B019-2CCC-4467-825E-1099F8E8B8D1}" type="pres">
      <dgm:prSet presAssocID="{AA14A888-F601-46B5-AA98-8F2D3C8005F5}" presName="parTx" presStyleLbl="revTx" presStyleIdx="0" presStyleCnt="7">
        <dgm:presLayoutVars>
          <dgm:chMax val="0"/>
          <dgm:chPref val="0"/>
        </dgm:presLayoutVars>
      </dgm:prSet>
      <dgm:spPr/>
    </dgm:pt>
    <dgm:pt modelId="{FD24C146-3614-40B1-B2B8-6B4EDAC501C6}" type="pres">
      <dgm:prSet presAssocID="{30235A34-5F6C-44E4-9492-64171DD34695}" presName="sibTrans" presStyleCnt="0"/>
      <dgm:spPr/>
    </dgm:pt>
    <dgm:pt modelId="{CC5AC720-1CA6-49C9-9982-B61B5BD576EE}" type="pres">
      <dgm:prSet presAssocID="{08B7354F-889E-40C8-8631-B72E647358CE}" presName="compNode" presStyleCnt="0"/>
      <dgm:spPr/>
    </dgm:pt>
    <dgm:pt modelId="{1BCB30BA-3F9C-4C61-8832-33625FEE06BE}" type="pres">
      <dgm:prSet presAssocID="{08B7354F-889E-40C8-8631-B72E647358CE}" presName="bgRect" presStyleLbl="bgShp" presStyleIdx="1" presStyleCnt="7"/>
      <dgm:spPr/>
    </dgm:pt>
    <dgm:pt modelId="{0A4A4694-D517-42C3-856F-FC59D9A8775C}" type="pres">
      <dgm:prSet presAssocID="{08B7354F-889E-40C8-8631-B72E647358CE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hotocopier"/>
        </a:ext>
      </dgm:extLst>
    </dgm:pt>
    <dgm:pt modelId="{A9BC9369-98CE-4221-838A-10A6B0B510B2}" type="pres">
      <dgm:prSet presAssocID="{08B7354F-889E-40C8-8631-B72E647358CE}" presName="spaceRect" presStyleCnt="0"/>
      <dgm:spPr/>
    </dgm:pt>
    <dgm:pt modelId="{8E2E6F6D-1D6E-45EE-BDCE-DEA62C1DB3F1}" type="pres">
      <dgm:prSet presAssocID="{08B7354F-889E-40C8-8631-B72E647358CE}" presName="parTx" presStyleLbl="revTx" presStyleIdx="1" presStyleCnt="7">
        <dgm:presLayoutVars>
          <dgm:chMax val="0"/>
          <dgm:chPref val="0"/>
        </dgm:presLayoutVars>
      </dgm:prSet>
      <dgm:spPr/>
    </dgm:pt>
    <dgm:pt modelId="{ADD31F42-6580-4829-8381-C6999CBC9D3D}" type="pres">
      <dgm:prSet presAssocID="{AF7E9333-C9EF-472F-B37B-D47B49AED29D}" presName="sibTrans" presStyleCnt="0"/>
      <dgm:spPr/>
    </dgm:pt>
    <dgm:pt modelId="{83498651-135A-44D9-BC58-1295D345A962}" type="pres">
      <dgm:prSet presAssocID="{415A3438-C9FA-4CEE-B971-3F76F04FC940}" presName="compNode" presStyleCnt="0"/>
      <dgm:spPr/>
    </dgm:pt>
    <dgm:pt modelId="{6AE31BBF-91B8-4C8F-93C6-EF6CBB65A443}" type="pres">
      <dgm:prSet presAssocID="{415A3438-C9FA-4CEE-B971-3F76F04FC940}" presName="bgRect" presStyleLbl="bgShp" presStyleIdx="2" presStyleCnt="7"/>
      <dgm:spPr/>
    </dgm:pt>
    <dgm:pt modelId="{C0ACBAA7-5333-4B5C-AAAB-633C4FCD50D5}" type="pres">
      <dgm:prSet presAssocID="{415A3438-C9FA-4CEE-B971-3F76F04FC940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curity Camera Sign"/>
        </a:ext>
      </dgm:extLst>
    </dgm:pt>
    <dgm:pt modelId="{C5E245B8-051C-4C19-A639-FBD4F52ABCDB}" type="pres">
      <dgm:prSet presAssocID="{415A3438-C9FA-4CEE-B971-3F76F04FC940}" presName="spaceRect" presStyleCnt="0"/>
      <dgm:spPr/>
    </dgm:pt>
    <dgm:pt modelId="{C9CC94AD-78F0-40F8-A254-33A3E7F8252C}" type="pres">
      <dgm:prSet presAssocID="{415A3438-C9FA-4CEE-B971-3F76F04FC940}" presName="parTx" presStyleLbl="revTx" presStyleIdx="2" presStyleCnt="7">
        <dgm:presLayoutVars>
          <dgm:chMax val="0"/>
          <dgm:chPref val="0"/>
        </dgm:presLayoutVars>
      </dgm:prSet>
      <dgm:spPr/>
    </dgm:pt>
    <dgm:pt modelId="{F66D83D8-1153-40E1-8A23-325E28F9A3D3}" type="pres">
      <dgm:prSet presAssocID="{675F0E44-516F-41AE-B481-8BDF178113E2}" presName="sibTrans" presStyleCnt="0"/>
      <dgm:spPr/>
    </dgm:pt>
    <dgm:pt modelId="{C9A3278F-AE0D-4BC6-9CB3-42070B8D0680}" type="pres">
      <dgm:prSet presAssocID="{7C5571E0-3B40-4298-ABBA-6EA15D29C3FA}" presName="compNode" presStyleCnt="0"/>
      <dgm:spPr/>
    </dgm:pt>
    <dgm:pt modelId="{56BFF5A9-9140-4E06-9E0D-7612A1884EA7}" type="pres">
      <dgm:prSet presAssocID="{7C5571E0-3B40-4298-ABBA-6EA15D29C3FA}" presName="bgRect" presStyleLbl="bgShp" presStyleIdx="3" presStyleCnt="7"/>
      <dgm:spPr/>
    </dgm:pt>
    <dgm:pt modelId="{9F8D2CBE-D3AB-4424-9C54-985492F08A3D}" type="pres">
      <dgm:prSet presAssocID="{7C5571E0-3B40-4298-ABBA-6EA15D29C3FA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g"/>
        </a:ext>
      </dgm:extLst>
    </dgm:pt>
    <dgm:pt modelId="{52AE8D71-826E-4076-A4E2-AD533FC675F0}" type="pres">
      <dgm:prSet presAssocID="{7C5571E0-3B40-4298-ABBA-6EA15D29C3FA}" presName="spaceRect" presStyleCnt="0"/>
      <dgm:spPr/>
    </dgm:pt>
    <dgm:pt modelId="{3E5BEE05-1A91-4413-A6F0-2D2AB6BBF9EF}" type="pres">
      <dgm:prSet presAssocID="{7C5571E0-3B40-4298-ABBA-6EA15D29C3FA}" presName="parTx" presStyleLbl="revTx" presStyleIdx="3" presStyleCnt="7">
        <dgm:presLayoutVars>
          <dgm:chMax val="0"/>
          <dgm:chPref val="0"/>
        </dgm:presLayoutVars>
      </dgm:prSet>
      <dgm:spPr/>
    </dgm:pt>
    <dgm:pt modelId="{2B2E04D7-07FD-46F0-8CBD-FF504BA2B3A8}" type="pres">
      <dgm:prSet presAssocID="{E893C4FC-0343-4BA7-A146-D2A48149D34F}" presName="sibTrans" presStyleCnt="0"/>
      <dgm:spPr/>
    </dgm:pt>
    <dgm:pt modelId="{041CF9DA-4F92-456B-BE15-8E7570D8CE28}" type="pres">
      <dgm:prSet presAssocID="{A1E0A23D-26EA-4B44-BBE3-1EA907B3EC49}" presName="compNode" presStyleCnt="0"/>
      <dgm:spPr/>
    </dgm:pt>
    <dgm:pt modelId="{C1C040C6-C2BA-4FEC-8681-093066FAEFF7}" type="pres">
      <dgm:prSet presAssocID="{A1E0A23D-26EA-4B44-BBE3-1EA907B3EC49}" presName="bgRect" presStyleLbl="bgShp" presStyleIdx="4" presStyleCnt="7"/>
      <dgm:spPr/>
    </dgm:pt>
    <dgm:pt modelId="{5DBDC0F2-BA56-4BBD-94B3-D443DD1309F2}" type="pres">
      <dgm:prSet presAssocID="{A1E0A23D-26EA-4B44-BBE3-1EA907B3EC49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"/>
        </a:ext>
      </dgm:extLst>
    </dgm:pt>
    <dgm:pt modelId="{96513EEB-65CF-4E9B-9143-A0399536F075}" type="pres">
      <dgm:prSet presAssocID="{A1E0A23D-26EA-4B44-BBE3-1EA907B3EC49}" presName="spaceRect" presStyleCnt="0"/>
      <dgm:spPr/>
    </dgm:pt>
    <dgm:pt modelId="{C27DADA1-3BCE-4A0F-AF1C-327120F1A9A8}" type="pres">
      <dgm:prSet presAssocID="{A1E0A23D-26EA-4B44-BBE3-1EA907B3EC49}" presName="parTx" presStyleLbl="revTx" presStyleIdx="4" presStyleCnt="7">
        <dgm:presLayoutVars>
          <dgm:chMax val="0"/>
          <dgm:chPref val="0"/>
        </dgm:presLayoutVars>
      </dgm:prSet>
      <dgm:spPr/>
    </dgm:pt>
    <dgm:pt modelId="{3320983D-FDFB-402A-9300-D32C101FF254}" type="pres">
      <dgm:prSet presAssocID="{3497D9ED-B3C8-4948-8BFD-DB7B5C2D6E6F}" presName="sibTrans" presStyleCnt="0"/>
      <dgm:spPr/>
    </dgm:pt>
    <dgm:pt modelId="{EDBEC9D6-D67E-4137-B3CD-6D174ABD1343}" type="pres">
      <dgm:prSet presAssocID="{95B3A25A-7A40-404D-9332-D1F4DE9E652D}" presName="compNode" presStyleCnt="0"/>
      <dgm:spPr/>
    </dgm:pt>
    <dgm:pt modelId="{5619A7DE-AA28-4ECE-A011-17D9A3086DD8}" type="pres">
      <dgm:prSet presAssocID="{95B3A25A-7A40-404D-9332-D1F4DE9E652D}" presName="bgRect" presStyleLbl="bgShp" presStyleIdx="5" presStyleCnt="7"/>
      <dgm:spPr/>
    </dgm:pt>
    <dgm:pt modelId="{90854623-35EA-4688-A3EC-7FFD06470208}" type="pres">
      <dgm:prSet presAssocID="{95B3A25A-7A40-404D-9332-D1F4DE9E652D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6011DB46-861C-4881-9461-D444C8934F2C}" type="pres">
      <dgm:prSet presAssocID="{95B3A25A-7A40-404D-9332-D1F4DE9E652D}" presName="spaceRect" presStyleCnt="0"/>
      <dgm:spPr/>
    </dgm:pt>
    <dgm:pt modelId="{C1D6A993-AB49-4C5A-BA4C-835EF9F5AC99}" type="pres">
      <dgm:prSet presAssocID="{95B3A25A-7A40-404D-9332-D1F4DE9E652D}" presName="parTx" presStyleLbl="revTx" presStyleIdx="5" presStyleCnt="7">
        <dgm:presLayoutVars>
          <dgm:chMax val="0"/>
          <dgm:chPref val="0"/>
        </dgm:presLayoutVars>
      </dgm:prSet>
      <dgm:spPr/>
    </dgm:pt>
    <dgm:pt modelId="{CA4E8807-B422-47FF-AD2D-97759F97651B}" type="pres">
      <dgm:prSet presAssocID="{8F421AB8-10AE-4FD3-A00C-710604347BE7}" presName="sibTrans" presStyleCnt="0"/>
      <dgm:spPr/>
    </dgm:pt>
    <dgm:pt modelId="{C3806BBE-1C20-4E9A-A798-FE8346E5942F}" type="pres">
      <dgm:prSet presAssocID="{938E0BF8-E5C4-4987-B453-93B8B07A48AB}" presName="compNode" presStyleCnt="0"/>
      <dgm:spPr/>
    </dgm:pt>
    <dgm:pt modelId="{2DB44800-35FA-45DF-ABDC-592733A8F605}" type="pres">
      <dgm:prSet presAssocID="{938E0BF8-E5C4-4987-B453-93B8B07A48AB}" presName="bgRect" presStyleLbl="bgShp" presStyleIdx="6" presStyleCnt="7"/>
      <dgm:spPr/>
    </dgm:pt>
    <dgm:pt modelId="{5C76CACE-AB43-45A8-B675-80AA2BBEEA7D}" type="pres">
      <dgm:prSet presAssocID="{938E0BF8-E5C4-4987-B453-93B8B07A48AB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sed Book"/>
        </a:ext>
      </dgm:extLst>
    </dgm:pt>
    <dgm:pt modelId="{051F9B26-0F26-40F5-9E6F-2BF8E19E2697}" type="pres">
      <dgm:prSet presAssocID="{938E0BF8-E5C4-4987-B453-93B8B07A48AB}" presName="spaceRect" presStyleCnt="0"/>
      <dgm:spPr/>
    </dgm:pt>
    <dgm:pt modelId="{E755EBFD-D670-4C92-B1A1-38F383C8C5E7}" type="pres">
      <dgm:prSet presAssocID="{938E0BF8-E5C4-4987-B453-93B8B07A48AB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F811F806-22C6-4EFD-BB04-CAD3631BA7C8}" type="presOf" srcId="{415A3438-C9FA-4CEE-B971-3F76F04FC940}" destId="{C9CC94AD-78F0-40F8-A254-33A3E7F8252C}" srcOrd="0" destOrd="0" presId="urn:microsoft.com/office/officeart/2018/2/layout/IconVerticalSolidList"/>
    <dgm:cxn modelId="{A13B9D21-617F-41AD-9BFE-E476D09C0D6A}" type="presOf" srcId="{938E0BF8-E5C4-4987-B453-93B8B07A48AB}" destId="{E755EBFD-D670-4C92-B1A1-38F383C8C5E7}" srcOrd="0" destOrd="0" presId="urn:microsoft.com/office/officeart/2018/2/layout/IconVerticalSolidList"/>
    <dgm:cxn modelId="{9AF8B727-BCCC-4190-9C79-A8B1C8CF0635}" srcId="{58F1B029-ABC2-47AE-857F-4733A1439D97}" destId="{415A3438-C9FA-4CEE-B971-3F76F04FC940}" srcOrd="2" destOrd="0" parTransId="{2685CB64-1DF8-4EC3-BA44-945E8964F018}" sibTransId="{675F0E44-516F-41AE-B481-8BDF178113E2}"/>
    <dgm:cxn modelId="{74A3DF3E-5E99-443E-8D72-A84DA7A64479}" type="presOf" srcId="{A1E0A23D-26EA-4B44-BBE3-1EA907B3EC49}" destId="{C27DADA1-3BCE-4A0F-AF1C-327120F1A9A8}" srcOrd="0" destOrd="0" presId="urn:microsoft.com/office/officeart/2018/2/layout/IconVerticalSolidList"/>
    <dgm:cxn modelId="{3E10C565-7621-4CEC-A2DE-EF4AEE86F72A}" type="presOf" srcId="{95B3A25A-7A40-404D-9332-D1F4DE9E652D}" destId="{C1D6A993-AB49-4C5A-BA4C-835EF9F5AC99}" srcOrd="0" destOrd="0" presId="urn:microsoft.com/office/officeart/2018/2/layout/IconVerticalSolidList"/>
    <dgm:cxn modelId="{6A4FE668-07A4-4468-AA2C-73F47DD5DA1C}" srcId="{58F1B029-ABC2-47AE-857F-4733A1439D97}" destId="{95B3A25A-7A40-404D-9332-D1F4DE9E652D}" srcOrd="5" destOrd="0" parTransId="{1D605030-F998-4430-893A-0950B03B0522}" sibTransId="{8F421AB8-10AE-4FD3-A00C-710604347BE7}"/>
    <dgm:cxn modelId="{031E684F-39D5-43A3-9811-D32FB41FC8F0}" srcId="{58F1B029-ABC2-47AE-857F-4733A1439D97}" destId="{938E0BF8-E5C4-4987-B453-93B8B07A48AB}" srcOrd="6" destOrd="0" parTransId="{510DEE5B-15D9-43F5-AEED-EA9C15D511A1}" sibTransId="{9CD15360-EC1E-401B-B912-4FA4A872EA36}"/>
    <dgm:cxn modelId="{E474B54F-84C9-4765-92FE-520D05FDB148}" type="presOf" srcId="{AA14A888-F601-46B5-AA98-8F2D3C8005F5}" destId="{C900B019-2CCC-4467-825E-1099F8E8B8D1}" srcOrd="0" destOrd="0" presId="urn:microsoft.com/office/officeart/2018/2/layout/IconVerticalSolidList"/>
    <dgm:cxn modelId="{2C9BB876-0ECC-4468-8123-0D0DDB4E00A0}" srcId="{58F1B029-ABC2-47AE-857F-4733A1439D97}" destId="{A1E0A23D-26EA-4B44-BBE3-1EA907B3EC49}" srcOrd="4" destOrd="0" parTransId="{3C39F356-DBB5-4D40-92E9-D63CF3AA3D77}" sibTransId="{3497D9ED-B3C8-4948-8BFD-DB7B5C2D6E6F}"/>
    <dgm:cxn modelId="{CB48369E-684D-4CBF-ACC4-B041247442EB}" type="presOf" srcId="{58F1B029-ABC2-47AE-857F-4733A1439D97}" destId="{A1A626F9-3F53-4860-A2B6-B3D4B221AF09}" srcOrd="0" destOrd="0" presId="urn:microsoft.com/office/officeart/2018/2/layout/IconVerticalSolidList"/>
    <dgm:cxn modelId="{30F000AD-0966-4106-8431-1287223FBDA8}" type="presOf" srcId="{08B7354F-889E-40C8-8631-B72E647358CE}" destId="{8E2E6F6D-1D6E-45EE-BDCE-DEA62C1DB3F1}" srcOrd="0" destOrd="0" presId="urn:microsoft.com/office/officeart/2018/2/layout/IconVerticalSolidList"/>
    <dgm:cxn modelId="{BA26A3D6-DBD4-47BD-9988-3F5A83C26CD5}" srcId="{58F1B029-ABC2-47AE-857F-4733A1439D97}" destId="{08B7354F-889E-40C8-8631-B72E647358CE}" srcOrd="1" destOrd="0" parTransId="{3606D421-8A6C-41EB-A5F6-32F69C30EBF4}" sibTransId="{AF7E9333-C9EF-472F-B37B-D47B49AED29D}"/>
    <dgm:cxn modelId="{12E9CFDE-37E1-4406-9880-A522CA2E55AD}" srcId="{58F1B029-ABC2-47AE-857F-4733A1439D97}" destId="{7C5571E0-3B40-4298-ABBA-6EA15D29C3FA}" srcOrd="3" destOrd="0" parTransId="{98AACB0A-6005-452D-BF77-FCDFD3305D13}" sibTransId="{E893C4FC-0343-4BA7-A146-D2A48149D34F}"/>
    <dgm:cxn modelId="{A203D3F3-AAE8-479D-9037-EB0CC55E9FB8}" type="presOf" srcId="{7C5571E0-3B40-4298-ABBA-6EA15D29C3FA}" destId="{3E5BEE05-1A91-4413-A6F0-2D2AB6BBF9EF}" srcOrd="0" destOrd="0" presId="urn:microsoft.com/office/officeart/2018/2/layout/IconVerticalSolidList"/>
    <dgm:cxn modelId="{E3505FFE-719F-4249-85F0-A8664EFA5D81}" srcId="{58F1B029-ABC2-47AE-857F-4733A1439D97}" destId="{AA14A888-F601-46B5-AA98-8F2D3C8005F5}" srcOrd="0" destOrd="0" parTransId="{7933B8C4-13C2-4085-BA4B-64F6576B9324}" sibTransId="{30235A34-5F6C-44E4-9492-64171DD34695}"/>
    <dgm:cxn modelId="{CF899E43-2AD7-44BB-B5C8-7658743A0475}" type="presParOf" srcId="{A1A626F9-3F53-4860-A2B6-B3D4B221AF09}" destId="{53F6A52A-C327-4E24-9E14-8C34AF18077A}" srcOrd="0" destOrd="0" presId="urn:microsoft.com/office/officeart/2018/2/layout/IconVerticalSolidList"/>
    <dgm:cxn modelId="{50376001-EDA0-401F-85FD-09EA5B2E8505}" type="presParOf" srcId="{53F6A52A-C327-4E24-9E14-8C34AF18077A}" destId="{6359504C-6CCD-4234-9383-59EFE6DE3F50}" srcOrd="0" destOrd="0" presId="urn:microsoft.com/office/officeart/2018/2/layout/IconVerticalSolidList"/>
    <dgm:cxn modelId="{BB57267B-E5D0-47E6-A9E0-DFFC5E19E28A}" type="presParOf" srcId="{53F6A52A-C327-4E24-9E14-8C34AF18077A}" destId="{09503090-0B1E-4855-BA11-92C69490EA22}" srcOrd="1" destOrd="0" presId="urn:microsoft.com/office/officeart/2018/2/layout/IconVerticalSolidList"/>
    <dgm:cxn modelId="{2F89037B-244C-42D7-8363-58914382B9E5}" type="presParOf" srcId="{53F6A52A-C327-4E24-9E14-8C34AF18077A}" destId="{E6FE0E34-9686-4978-9ADF-E0EBC5341950}" srcOrd="2" destOrd="0" presId="urn:microsoft.com/office/officeart/2018/2/layout/IconVerticalSolidList"/>
    <dgm:cxn modelId="{58B055BF-12CB-41ED-951A-C7869D3C94A0}" type="presParOf" srcId="{53F6A52A-C327-4E24-9E14-8C34AF18077A}" destId="{C900B019-2CCC-4467-825E-1099F8E8B8D1}" srcOrd="3" destOrd="0" presId="urn:microsoft.com/office/officeart/2018/2/layout/IconVerticalSolidList"/>
    <dgm:cxn modelId="{1DBE4684-C4AC-461F-B1CA-CF1EB253636F}" type="presParOf" srcId="{A1A626F9-3F53-4860-A2B6-B3D4B221AF09}" destId="{FD24C146-3614-40B1-B2B8-6B4EDAC501C6}" srcOrd="1" destOrd="0" presId="urn:microsoft.com/office/officeart/2018/2/layout/IconVerticalSolidList"/>
    <dgm:cxn modelId="{2239D16C-034B-4BB9-A908-B9E1FC420A38}" type="presParOf" srcId="{A1A626F9-3F53-4860-A2B6-B3D4B221AF09}" destId="{CC5AC720-1CA6-49C9-9982-B61B5BD576EE}" srcOrd="2" destOrd="0" presId="urn:microsoft.com/office/officeart/2018/2/layout/IconVerticalSolidList"/>
    <dgm:cxn modelId="{4E50C007-DBBF-4F6B-985B-8C120573119C}" type="presParOf" srcId="{CC5AC720-1CA6-49C9-9982-B61B5BD576EE}" destId="{1BCB30BA-3F9C-4C61-8832-33625FEE06BE}" srcOrd="0" destOrd="0" presId="urn:microsoft.com/office/officeart/2018/2/layout/IconVerticalSolidList"/>
    <dgm:cxn modelId="{B4F2DE72-274C-46E9-8D5A-6B3555974251}" type="presParOf" srcId="{CC5AC720-1CA6-49C9-9982-B61B5BD576EE}" destId="{0A4A4694-D517-42C3-856F-FC59D9A8775C}" srcOrd="1" destOrd="0" presId="urn:microsoft.com/office/officeart/2018/2/layout/IconVerticalSolidList"/>
    <dgm:cxn modelId="{73569FCE-D9FC-48E9-B2F2-16206E034DB9}" type="presParOf" srcId="{CC5AC720-1CA6-49C9-9982-B61B5BD576EE}" destId="{A9BC9369-98CE-4221-838A-10A6B0B510B2}" srcOrd="2" destOrd="0" presId="urn:microsoft.com/office/officeart/2018/2/layout/IconVerticalSolidList"/>
    <dgm:cxn modelId="{02BE18E5-3BB5-48D1-941B-30F846160782}" type="presParOf" srcId="{CC5AC720-1CA6-49C9-9982-B61B5BD576EE}" destId="{8E2E6F6D-1D6E-45EE-BDCE-DEA62C1DB3F1}" srcOrd="3" destOrd="0" presId="urn:microsoft.com/office/officeart/2018/2/layout/IconVerticalSolidList"/>
    <dgm:cxn modelId="{C09C8774-AAB2-4A46-BDA3-0404AA961EC7}" type="presParOf" srcId="{A1A626F9-3F53-4860-A2B6-B3D4B221AF09}" destId="{ADD31F42-6580-4829-8381-C6999CBC9D3D}" srcOrd="3" destOrd="0" presId="urn:microsoft.com/office/officeart/2018/2/layout/IconVerticalSolidList"/>
    <dgm:cxn modelId="{562B7B8D-BA4E-4B77-AFBB-ACCF71765D42}" type="presParOf" srcId="{A1A626F9-3F53-4860-A2B6-B3D4B221AF09}" destId="{83498651-135A-44D9-BC58-1295D345A962}" srcOrd="4" destOrd="0" presId="urn:microsoft.com/office/officeart/2018/2/layout/IconVerticalSolidList"/>
    <dgm:cxn modelId="{857B9A1F-B197-4BA6-A785-4C0A64CF2F58}" type="presParOf" srcId="{83498651-135A-44D9-BC58-1295D345A962}" destId="{6AE31BBF-91B8-4C8F-93C6-EF6CBB65A443}" srcOrd="0" destOrd="0" presId="urn:microsoft.com/office/officeart/2018/2/layout/IconVerticalSolidList"/>
    <dgm:cxn modelId="{A198430E-B15E-4529-BB4B-E73AB311CC3F}" type="presParOf" srcId="{83498651-135A-44D9-BC58-1295D345A962}" destId="{C0ACBAA7-5333-4B5C-AAAB-633C4FCD50D5}" srcOrd="1" destOrd="0" presId="urn:microsoft.com/office/officeart/2018/2/layout/IconVerticalSolidList"/>
    <dgm:cxn modelId="{7CF95E9A-CA37-4744-B2FB-8A201FCD9DE2}" type="presParOf" srcId="{83498651-135A-44D9-BC58-1295D345A962}" destId="{C5E245B8-051C-4C19-A639-FBD4F52ABCDB}" srcOrd="2" destOrd="0" presId="urn:microsoft.com/office/officeart/2018/2/layout/IconVerticalSolidList"/>
    <dgm:cxn modelId="{9F814D5C-0776-4D5E-A779-96CBF1F6012C}" type="presParOf" srcId="{83498651-135A-44D9-BC58-1295D345A962}" destId="{C9CC94AD-78F0-40F8-A254-33A3E7F8252C}" srcOrd="3" destOrd="0" presId="urn:microsoft.com/office/officeart/2018/2/layout/IconVerticalSolidList"/>
    <dgm:cxn modelId="{B0117F72-F4BE-48EC-B25F-9F6671D5BB2E}" type="presParOf" srcId="{A1A626F9-3F53-4860-A2B6-B3D4B221AF09}" destId="{F66D83D8-1153-40E1-8A23-325E28F9A3D3}" srcOrd="5" destOrd="0" presId="urn:microsoft.com/office/officeart/2018/2/layout/IconVerticalSolidList"/>
    <dgm:cxn modelId="{F3EF03B4-ADAD-4990-AF61-387BFB776624}" type="presParOf" srcId="{A1A626F9-3F53-4860-A2B6-B3D4B221AF09}" destId="{C9A3278F-AE0D-4BC6-9CB3-42070B8D0680}" srcOrd="6" destOrd="0" presId="urn:microsoft.com/office/officeart/2018/2/layout/IconVerticalSolidList"/>
    <dgm:cxn modelId="{5720539F-CFA5-4A5B-B964-2091F72727E1}" type="presParOf" srcId="{C9A3278F-AE0D-4BC6-9CB3-42070B8D0680}" destId="{56BFF5A9-9140-4E06-9E0D-7612A1884EA7}" srcOrd="0" destOrd="0" presId="urn:microsoft.com/office/officeart/2018/2/layout/IconVerticalSolidList"/>
    <dgm:cxn modelId="{D5E9D116-6397-495E-B638-B2500A48678B}" type="presParOf" srcId="{C9A3278F-AE0D-4BC6-9CB3-42070B8D0680}" destId="{9F8D2CBE-D3AB-4424-9C54-985492F08A3D}" srcOrd="1" destOrd="0" presId="urn:microsoft.com/office/officeart/2018/2/layout/IconVerticalSolidList"/>
    <dgm:cxn modelId="{BB940D5E-E597-4A9B-BF28-8C1D88D3892B}" type="presParOf" srcId="{C9A3278F-AE0D-4BC6-9CB3-42070B8D0680}" destId="{52AE8D71-826E-4076-A4E2-AD533FC675F0}" srcOrd="2" destOrd="0" presId="urn:microsoft.com/office/officeart/2018/2/layout/IconVerticalSolidList"/>
    <dgm:cxn modelId="{248DFF2B-1E9A-4476-B6C2-4DDD9DD138FA}" type="presParOf" srcId="{C9A3278F-AE0D-4BC6-9CB3-42070B8D0680}" destId="{3E5BEE05-1A91-4413-A6F0-2D2AB6BBF9EF}" srcOrd="3" destOrd="0" presId="urn:microsoft.com/office/officeart/2018/2/layout/IconVerticalSolidList"/>
    <dgm:cxn modelId="{CB5766D2-4FD0-481B-9602-30A19E9CF5ED}" type="presParOf" srcId="{A1A626F9-3F53-4860-A2B6-B3D4B221AF09}" destId="{2B2E04D7-07FD-46F0-8CBD-FF504BA2B3A8}" srcOrd="7" destOrd="0" presId="urn:microsoft.com/office/officeart/2018/2/layout/IconVerticalSolidList"/>
    <dgm:cxn modelId="{75459AF7-0E90-4EFB-A6E9-6AE44FDE61D1}" type="presParOf" srcId="{A1A626F9-3F53-4860-A2B6-B3D4B221AF09}" destId="{041CF9DA-4F92-456B-BE15-8E7570D8CE28}" srcOrd="8" destOrd="0" presId="urn:microsoft.com/office/officeart/2018/2/layout/IconVerticalSolidList"/>
    <dgm:cxn modelId="{BBF34799-44D8-47BD-A657-1FD56760E97D}" type="presParOf" srcId="{041CF9DA-4F92-456B-BE15-8E7570D8CE28}" destId="{C1C040C6-C2BA-4FEC-8681-093066FAEFF7}" srcOrd="0" destOrd="0" presId="urn:microsoft.com/office/officeart/2018/2/layout/IconVerticalSolidList"/>
    <dgm:cxn modelId="{C6AAE5E5-D647-49E7-92C1-35A97706FD97}" type="presParOf" srcId="{041CF9DA-4F92-456B-BE15-8E7570D8CE28}" destId="{5DBDC0F2-BA56-4BBD-94B3-D443DD1309F2}" srcOrd="1" destOrd="0" presId="urn:microsoft.com/office/officeart/2018/2/layout/IconVerticalSolidList"/>
    <dgm:cxn modelId="{A364F41E-18C9-4AC6-83DB-D8D7FB6FC182}" type="presParOf" srcId="{041CF9DA-4F92-456B-BE15-8E7570D8CE28}" destId="{96513EEB-65CF-4E9B-9143-A0399536F075}" srcOrd="2" destOrd="0" presId="urn:microsoft.com/office/officeart/2018/2/layout/IconVerticalSolidList"/>
    <dgm:cxn modelId="{A47D57F1-1798-44F8-9EEA-3FB022749247}" type="presParOf" srcId="{041CF9DA-4F92-456B-BE15-8E7570D8CE28}" destId="{C27DADA1-3BCE-4A0F-AF1C-327120F1A9A8}" srcOrd="3" destOrd="0" presId="urn:microsoft.com/office/officeart/2018/2/layout/IconVerticalSolidList"/>
    <dgm:cxn modelId="{CBDD5B26-3721-41CB-924D-C647625DC474}" type="presParOf" srcId="{A1A626F9-3F53-4860-A2B6-B3D4B221AF09}" destId="{3320983D-FDFB-402A-9300-D32C101FF254}" srcOrd="9" destOrd="0" presId="urn:microsoft.com/office/officeart/2018/2/layout/IconVerticalSolidList"/>
    <dgm:cxn modelId="{C881E81C-3E4B-4B9F-905E-CB3DDCA676E1}" type="presParOf" srcId="{A1A626F9-3F53-4860-A2B6-B3D4B221AF09}" destId="{EDBEC9D6-D67E-4137-B3CD-6D174ABD1343}" srcOrd="10" destOrd="0" presId="urn:microsoft.com/office/officeart/2018/2/layout/IconVerticalSolidList"/>
    <dgm:cxn modelId="{266AE589-E210-4E47-922F-5CF86498DBEC}" type="presParOf" srcId="{EDBEC9D6-D67E-4137-B3CD-6D174ABD1343}" destId="{5619A7DE-AA28-4ECE-A011-17D9A3086DD8}" srcOrd="0" destOrd="0" presId="urn:microsoft.com/office/officeart/2018/2/layout/IconVerticalSolidList"/>
    <dgm:cxn modelId="{281EF4E5-F3F8-435D-BB56-B834D2D5C544}" type="presParOf" srcId="{EDBEC9D6-D67E-4137-B3CD-6D174ABD1343}" destId="{90854623-35EA-4688-A3EC-7FFD06470208}" srcOrd="1" destOrd="0" presId="urn:microsoft.com/office/officeart/2018/2/layout/IconVerticalSolidList"/>
    <dgm:cxn modelId="{31D482FE-CA85-4998-86E3-FE143902498B}" type="presParOf" srcId="{EDBEC9D6-D67E-4137-B3CD-6D174ABD1343}" destId="{6011DB46-861C-4881-9461-D444C8934F2C}" srcOrd="2" destOrd="0" presId="urn:microsoft.com/office/officeart/2018/2/layout/IconVerticalSolidList"/>
    <dgm:cxn modelId="{5D25EE51-1B8F-4EAD-B7A2-A51774D30E24}" type="presParOf" srcId="{EDBEC9D6-D67E-4137-B3CD-6D174ABD1343}" destId="{C1D6A993-AB49-4C5A-BA4C-835EF9F5AC99}" srcOrd="3" destOrd="0" presId="urn:microsoft.com/office/officeart/2018/2/layout/IconVerticalSolidList"/>
    <dgm:cxn modelId="{023DD76D-DE40-49D8-ABFD-9FBACB11F42D}" type="presParOf" srcId="{A1A626F9-3F53-4860-A2B6-B3D4B221AF09}" destId="{CA4E8807-B422-47FF-AD2D-97759F97651B}" srcOrd="11" destOrd="0" presId="urn:microsoft.com/office/officeart/2018/2/layout/IconVerticalSolidList"/>
    <dgm:cxn modelId="{C2955D80-F69E-4788-A846-080A6A4CB6FC}" type="presParOf" srcId="{A1A626F9-3F53-4860-A2B6-B3D4B221AF09}" destId="{C3806BBE-1C20-4E9A-A798-FE8346E5942F}" srcOrd="12" destOrd="0" presId="urn:microsoft.com/office/officeart/2018/2/layout/IconVerticalSolidList"/>
    <dgm:cxn modelId="{07A99776-A48B-4A35-B79F-9DF40D38B832}" type="presParOf" srcId="{C3806BBE-1C20-4E9A-A798-FE8346E5942F}" destId="{2DB44800-35FA-45DF-ABDC-592733A8F605}" srcOrd="0" destOrd="0" presId="urn:microsoft.com/office/officeart/2018/2/layout/IconVerticalSolidList"/>
    <dgm:cxn modelId="{6AE165AD-261F-406D-8A25-8C41B44CBBDF}" type="presParOf" srcId="{C3806BBE-1C20-4E9A-A798-FE8346E5942F}" destId="{5C76CACE-AB43-45A8-B675-80AA2BBEEA7D}" srcOrd="1" destOrd="0" presId="urn:microsoft.com/office/officeart/2018/2/layout/IconVerticalSolidList"/>
    <dgm:cxn modelId="{1EF53687-5C46-425E-AE89-3530CE68CC6C}" type="presParOf" srcId="{C3806BBE-1C20-4E9A-A798-FE8346E5942F}" destId="{051F9B26-0F26-40F5-9E6F-2BF8E19E2697}" srcOrd="2" destOrd="0" presId="urn:microsoft.com/office/officeart/2018/2/layout/IconVerticalSolidList"/>
    <dgm:cxn modelId="{07E11A64-EA51-46AF-8040-153A00BC031B}" type="presParOf" srcId="{C3806BBE-1C20-4E9A-A798-FE8346E5942F}" destId="{E755EBFD-D670-4C92-B1A1-38F383C8C5E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E757E1C-3C2F-4254-9B59-EF67F966F13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A442EBC3-41FF-4972-85BF-9329040B1C99}">
      <dgm:prSet/>
      <dgm:spPr/>
      <dgm:t>
        <a:bodyPr/>
        <a:lstStyle/>
        <a:p>
          <a:r>
            <a:rPr lang="en-US" dirty="0"/>
            <a:t>System of Software designed to automate the delivery of a kernel-level persistence device.</a:t>
          </a:r>
        </a:p>
      </dgm:t>
    </dgm:pt>
    <dgm:pt modelId="{BFC51C0E-738D-4561-BF6B-72E5E30BD2BA}" type="parTrans" cxnId="{BD3FC05E-F3C5-4603-A4C5-268915653E46}">
      <dgm:prSet/>
      <dgm:spPr/>
      <dgm:t>
        <a:bodyPr/>
        <a:lstStyle/>
        <a:p>
          <a:endParaRPr lang="en-US"/>
        </a:p>
      </dgm:t>
    </dgm:pt>
    <dgm:pt modelId="{4A5E1B9D-DF2A-420C-9962-0BE20E80B5CF}" type="sibTrans" cxnId="{BD3FC05E-F3C5-4603-A4C5-268915653E46}">
      <dgm:prSet/>
      <dgm:spPr/>
      <dgm:t>
        <a:bodyPr/>
        <a:lstStyle/>
        <a:p>
          <a:endParaRPr lang="en-US"/>
        </a:p>
      </dgm:t>
    </dgm:pt>
    <dgm:pt modelId="{86A4E30E-EBDB-4FCD-BA31-F937EAFD7979}">
      <dgm:prSet/>
      <dgm:spPr/>
      <dgm:t>
        <a:bodyPr/>
        <a:lstStyle/>
        <a:p>
          <a:r>
            <a:rPr lang="en-US"/>
            <a:t>Consisting of 2 components.</a:t>
          </a:r>
        </a:p>
      </dgm:t>
    </dgm:pt>
    <dgm:pt modelId="{8348A827-398E-4E53-B849-5A30E39A4B53}" type="parTrans" cxnId="{149D4AB2-3486-495D-BCA4-2F29898E97D6}">
      <dgm:prSet/>
      <dgm:spPr/>
      <dgm:t>
        <a:bodyPr/>
        <a:lstStyle/>
        <a:p>
          <a:endParaRPr lang="en-US"/>
        </a:p>
      </dgm:t>
    </dgm:pt>
    <dgm:pt modelId="{1102B3C6-B7D0-4D79-84E7-2E7F50189FCF}" type="sibTrans" cxnId="{149D4AB2-3486-495D-BCA4-2F29898E97D6}">
      <dgm:prSet/>
      <dgm:spPr/>
      <dgm:t>
        <a:bodyPr/>
        <a:lstStyle/>
        <a:p>
          <a:endParaRPr lang="en-US"/>
        </a:p>
      </dgm:t>
    </dgm:pt>
    <dgm:pt modelId="{43417476-6063-44C9-A7E2-C921F30B6895}">
      <dgm:prSet/>
      <dgm:spPr/>
      <dgm:t>
        <a:bodyPr/>
        <a:lstStyle/>
        <a:p>
          <a:r>
            <a:rPr lang="en-US"/>
            <a:t>Dispersal and Distribution Driver (Automation System)</a:t>
          </a:r>
        </a:p>
      </dgm:t>
    </dgm:pt>
    <dgm:pt modelId="{7662FD13-0C70-4FD1-88CA-ACDE3CAA998D}" type="parTrans" cxnId="{4E2AFE23-A542-4C0E-847B-5552FF81FA39}">
      <dgm:prSet/>
      <dgm:spPr/>
      <dgm:t>
        <a:bodyPr/>
        <a:lstStyle/>
        <a:p>
          <a:endParaRPr lang="en-US"/>
        </a:p>
      </dgm:t>
    </dgm:pt>
    <dgm:pt modelId="{06B5206D-3A9D-44D3-B1DA-6336B41E9A03}" type="sibTrans" cxnId="{4E2AFE23-A542-4C0E-847B-5552FF81FA39}">
      <dgm:prSet/>
      <dgm:spPr/>
      <dgm:t>
        <a:bodyPr/>
        <a:lstStyle/>
        <a:p>
          <a:endParaRPr lang="en-US"/>
        </a:p>
      </dgm:t>
    </dgm:pt>
    <dgm:pt modelId="{76041A19-5305-4F44-BDBA-DED94D2FB231}">
      <dgm:prSet/>
      <dgm:spPr/>
      <dgm:t>
        <a:bodyPr/>
        <a:lstStyle/>
        <a:p>
          <a:r>
            <a:rPr lang="en-US" dirty="0"/>
            <a:t>Primary System Driver (Rootkit)</a:t>
          </a:r>
        </a:p>
      </dgm:t>
    </dgm:pt>
    <dgm:pt modelId="{8F89C55F-08E9-4BD7-9336-41ED3FC8C6E0}" type="parTrans" cxnId="{AAB9AB38-8DC8-4919-A504-D66C8AFB65A1}">
      <dgm:prSet/>
      <dgm:spPr/>
      <dgm:t>
        <a:bodyPr/>
        <a:lstStyle/>
        <a:p>
          <a:endParaRPr lang="en-US"/>
        </a:p>
      </dgm:t>
    </dgm:pt>
    <dgm:pt modelId="{0D821315-8AC1-46CA-9252-F73050B7E66D}" type="sibTrans" cxnId="{AAB9AB38-8DC8-4919-A504-D66C8AFB65A1}">
      <dgm:prSet/>
      <dgm:spPr/>
      <dgm:t>
        <a:bodyPr/>
        <a:lstStyle/>
        <a:p>
          <a:endParaRPr lang="en-US"/>
        </a:p>
      </dgm:t>
    </dgm:pt>
    <dgm:pt modelId="{11DE7F12-522F-436E-9E92-4CB5DC0F3CC5}">
      <dgm:prSet/>
      <dgm:spPr/>
      <dgm:t>
        <a:bodyPr/>
        <a:lstStyle/>
        <a:p>
          <a:r>
            <a:rPr lang="en-US"/>
            <a:t>Windows 7 oriented to demonstrate contemporary, yet achievable results.</a:t>
          </a:r>
        </a:p>
      </dgm:t>
    </dgm:pt>
    <dgm:pt modelId="{4213C898-47CC-469D-98FA-87420B14EEA5}" type="parTrans" cxnId="{85E49C80-B82C-453A-80D2-178FCAA2568E}">
      <dgm:prSet/>
      <dgm:spPr/>
      <dgm:t>
        <a:bodyPr/>
        <a:lstStyle/>
        <a:p>
          <a:endParaRPr lang="en-US"/>
        </a:p>
      </dgm:t>
    </dgm:pt>
    <dgm:pt modelId="{78ED3751-2C02-4802-81A3-F8D2AAFDC8D5}" type="sibTrans" cxnId="{85E49C80-B82C-453A-80D2-178FCAA2568E}">
      <dgm:prSet/>
      <dgm:spPr/>
      <dgm:t>
        <a:bodyPr/>
        <a:lstStyle/>
        <a:p>
          <a:endParaRPr lang="en-US"/>
        </a:p>
      </dgm:t>
    </dgm:pt>
    <dgm:pt modelId="{5F29BC85-F87A-4930-BEB5-0AB1A6363C32}" type="pres">
      <dgm:prSet presAssocID="{1E757E1C-3C2F-4254-9B59-EF67F966F137}" presName="root" presStyleCnt="0">
        <dgm:presLayoutVars>
          <dgm:dir/>
          <dgm:resizeHandles val="exact"/>
        </dgm:presLayoutVars>
      </dgm:prSet>
      <dgm:spPr/>
    </dgm:pt>
    <dgm:pt modelId="{843025F1-4CDE-4E42-A70C-F0053F4465DB}" type="pres">
      <dgm:prSet presAssocID="{A442EBC3-41FF-4972-85BF-9329040B1C99}" presName="compNode" presStyleCnt="0"/>
      <dgm:spPr/>
    </dgm:pt>
    <dgm:pt modelId="{6B9CB07C-373A-481C-A77B-649ECDF6016C}" type="pres">
      <dgm:prSet presAssocID="{A442EBC3-41FF-4972-85BF-9329040B1C99}" presName="bgRect" presStyleLbl="bgShp" presStyleIdx="0" presStyleCnt="3"/>
      <dgm:spPr/>
    </dgm:pt>
    <dgm:pt modelId="{050F511A-22A4-49F1-A23C-A89F22E1F793}" type="pres">
      <dgm:prSet presAssocID="{A442EBC3-41FF-4972-85BF-9329040B1C9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B2297716-CAE3-4714-8089-91AF6ECD4A1D}" type="pres">
      <dgm:prSet presAssocID="{A442EBC3-41FF-4972-85BF-9329040B1C99}" presName="spaceRect" presStyleCnt="0"/>
      <dgm:spPr/>
    </dgm:pt>
    <dgm:pt modelId="{E88A83D5-0312-4235-8147-BD93C51239DF}" type="pres">
      <dgm:prSet presAssocID="{A442EBC3-41FF-4972-85BF-9329040B1C99}" presName="parTx" presStyleLbl="revTx" presStyleIdx="0" presStyleCnt="4">
        <dgm:presLayoutVars>
          <dgm:chMax val="0"/>
          <dgm:chPref val="0"/>
        </dgm:presLayoutVars>
      </dgm:prSet>
      <dgm:spPr/>
    </dgm:pt>
    <dgm:pt modelId="{26E8BB87-D67C-4ED3-B260-0BCB4B158D19}" type="pres">
      <dgm:prSet presAssocID="{4A5E1B9D-DF2A-420C-9962-0BE20E80B5CF}" presName="sibTrans" presStyleCnt="0"/>
      <dgm:spPr/>
    </dgm:pt>
    <dgm:pt modelId="{642740CB-4A51-4E65-88A3-344A8D1BBBFD}" type="pres">
      <dgm:prSet presAssocID="{86A4E30E-EBDB-4FCD-BA31-F937EAFD7979}" presName="compNode" presStyleCnt="0"/>
      <dgm:spPr/>
    </dgm:pt>
    <dgm:pt modelId="{EBEE055A-D2F1-4581-8705-7AE236285E46}" type="pres">
      <dgm:prSet presAssocID="{86A4E30E-EBDB-4FCD-BA31-F937EAFD7979}" presName="bgRect" presStyleLbl="bgShp" presStyleIdx="1" presStyleCnt="3"/>
      <dgm:spPr/>
    </dgm:pt>
    <dgm:pt modelId="{2448E7ED-5957-40DE-8FB0-3CB4C95C9CC4}" type="pres">
      <dgm:prSet presAssocID="{86A4E30E-EBDB-4FCD-BA31-F937EAFD797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71FDA2C0-B170-4563-BB09-EE49EAAF4DD5}" type="pres">
      <dgm:prSet presAssocID="{86A4E30E-EBDB-4FCD-BA31-F937EAFD7979}" presName="spaceRect" presStyleCnt="0"/>
      <dgm:spPr/>
    </dgm:pt>
    <dgm:pt modelId="{86850CAF-4CCC-4D71-A282-C8F3E9256D7D}" type="pres">
      <dgm:prSet presAssocID="{86A4E30E-EBDB-4FCD-BA31-F937EAFD7979}" presName="parTx" presStyleLbl="revTx" presStyleIdx="1" presStyleCnt="4">
        <dgm:presLayoutVars>
          <dgm:chMax val="0"/>
          <dgm:chPref val="0"/>
        </dgm:presLayoutVars>
      </dgm:prSet>
      <dgm:spPr/>
    </dgm:pt>
    <dgm:pt modelId="{C14CFE5D-D2C3-439A-BFBE-8E4B262DC766}" type="pres">
      <dgm:prSet presAssocID="{86A4E30E-EBDB-4FCD-BA31-F937EAFD7979}" presName="desTx" presStyleLbl="revTx" presStyleIdx="2" presStyleCnt="4">
        <dgm:presLayoutVars/>
      </dgm:prSet>
      <dgm:spPr/>
    </dgm:pt>
    <dgm:pt modelId="{6299D60F-1398-4309-AFC3-1D249203473A}" type="pres">
      <dgm:prSet presAssocID="{1102B3C6-B7D0-4D79-84E7-2E7F50189FCF}" presName="sibTrans" presStyleCnt="0"/>
      <dgm:spPr/>
    </dgm:pt>
    <dgm:pt modelId="{0BF9AE4D-CFA7-4171-A0EC-EFA9324D81B9}" type="pres">
      <dgm:prSet presAssocID="{11DE7F12-522F-436E-9E92-4CB5DC0F3CC5}" presName="compNode" presStyleCnt="0"/>
      <dgm:spPr/>
    </dgm:pt>
    <dgm:pt modelId="{C72A7403-2EBA-4062-A03F-1F55E85CF3B8}" type="pres">
      <dgm:prSet presAssocID="{11DE7F12-522F-436E-9E92-4CB5DC0F3CC5}" presName="bgRect" presStyleLbl="bgShp" presStyleIdx="2" presStyleCnt="3"/>
      <dgm:spPr/>
    </dgm:pt>
    <dgm:pt modelId="{988F168C-D836-44C5-997A-523CE0AB9DB7}" type="pres">
      <dgm:prSet presAssocID="{11DE7F12-522F-436E-9E92-4CB5DC0F3CC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70A8BF7-C34E-441D-9D8D-EC987A792A59}" type="pres">
      <dgm:prSet presAssocID="{11DE7F12-522F-436E-9E92-4CB5DC0F3CC5}" presName="spaceRect" presStyleCnt="0"/>
      <dgm:spPr/>
    </dgm:pt>
    <dgm:pt modelId="{EC526569-C14E-40EF-8F8D-BB7787766D08}" type="pres">
      <dgm:prSet presAssocID="{11DE7F12-522F-436E-9E92-4CB5DC0F3CC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CC96206-F411-44CD-BF75-370C55AFE891}" type="presOf" srcId="{A442EBC3-41FF-4972-85BF-9329040B1C99}" destId="{E88A83D5-0312-4235-8147-BD93C51239DF}" srcOrd="0" destOrd="0" presId="urn:microsoft.com/office/officeart/2018/2/layout/IconVerticalSolidList"/>
    <dgm:cxn modelId="{C24D771E-CFD1-44EF-8371-1AE22ED52BE7}" type="presOf" srcId="{11DE7F12-522F-436E-9E92-4CB5DC0F3CC5}" destId="{EC526569-C14E-40EF-8F8D-BB7787766D08}" srcOrd="0" destOrd="0" presId="urn:microsoft.com/office/officeart/2018/2/layout/IconVerticalSolidList"/>
    <dgm:cxn modelId="{6316AA22-3BE8-4630-9BE4-D78329A86CD9}" type="presOf" srcId="{86A4E30E-EBDB-4FCD-BA31-F937EAFD7979}" destId="{86850CAF-4CCC-4D71-A282-C8F3E9256D7D}" srcOrd="0" destOrd="0" presId="urn:microsoft.com/office/officeart/2018/2/layout/IconVerticalSolidList"/>
    <dgm:cxn modelId="{4E2AFE23-A542-4C0E-847B-5552FF81FA39}" srcId="{86A4E30E-EBDB-4FCD-BA31-F937EAFD7979}" destId="{43417476-6063-44C9-A7E2-C921F30B6895}" srcOrd="0" destOrd="0" parTransId="{7662FD13-0C70-4FD1-88CA-ACDE3CAA998D}" sibTransId="{06B5206D-3A9D-44D3-B1DA-6336B41E9A03}"/>
    <dgm:cxn modelId="{AAB9AB38-8DC8-4919-A504-D66C8AFB65A1}" srcId="{86A4E30E-EBDB-4FCD-BA31-F937EAFD7979}" destId="{76041A19-5305-4F44-BDBA-DED94D2FB231}" srcOrd="1" destOrd="0" parTransId="{8F89C55F-08E9-4BD7-9336-41ED3FC8C6E0}" sibTransId="{0D821315-8AC1-46CA-9252-F73050B7E66D}"/>
    <dgm:cxn modelId="{BD3FC05E-F3C5-4603-A4C5-268915653E46}" srcId="{1E757E1C-3C2F-4254-9B59-EF67F966F137}" destId="{A442EBC3-41FF-4972-85BF-9329040B1C99}" srcOrd="0" destOrd="0" parTransId="{BFC51C0E-738D-4561-BF6B-72E5E30BD2BA}" sibTransId="{4A5E1B9D-DF2A-420C-9962-0BE20E80B5CF}"/>
    <dgm:cxn modelId="{FCAD1353-DBC0-4C58-B5BB-8A7D4127035B}" type="presOf" srcId="{43417476-6063-44C9-A7E2-C921F30B6895}" destId="{C14CFE5D-D2C3-439A-BFBE-8E4B262DC766}" srcOrd="0" destOrd="0" presId="urn:microsoft.com/office/officeart/2018/2/layout/IconVerticalSolidList"/>
    <dgm:cxn modelId="{85E49C80-B82C-453A-80D2-178FCAA2568E}" srcId="{1E757E1C-3C2F-4254-9B59-EF67F966F137}" destId="{11DE7F12-522F-436E-9E92-4CB5DC0F3CC5}" srcOrd="2" destOrd="0" parTransId="{4213C898-47CC-469D-98FA-87420B14EEA5}" sibTransId="{78ED3751-2C02-4802-81A3-F8D2AAFDC8D5}"/>
    <dgm:cxn modelId="{149D4AB2-3486-495D-BCA4-2F29898E97D6}" srcId="{1E757E1C-3C2F-4254-9B59-EF67F966F137}" destId="{86A4E30E-EBDB-4FCD-BA31-F937EAFD7979}" srcOrd="1" destOrd="0" parTransId="{8348A827-398E-4E53-B849-5A30E39A4B53}" sibTransId="{1102B3C6-B7D0-4D79-84E7-2E7F50189FCF}"/>
    <dgm:cxn modelId="{80D1D4DE-BEF9-4263-A8A6-F2F84E166F22}" type="presOf" srcId="{1E757E1C-3C2F-4254-9B59-EF67F966F137}" destId="{5F29BC85-F87A-4930-BEB5-0AB1A6363C32}" srcOrd="0" destOrd="0" presId="urn:microsoft.com/office/officeart/2018/2/layout/IconVerticalSolidList"/>
    <dgm:cxn modelId="{AD79B0F3-0BE0-4712-9250-14263DC4808A}" type="presOf" srcId="{76041A19-5305-4F44-BDBA-DED94D2FB231}" destId="{C14CFE5D-D2C3-439A-BFBE-8E4B262DC766}" srcOrd="0" destOrd="1" presId="urn:microsoft.com/office/officeart/2018/2/layout/IconVerticalSolidList"/>
    <dgm:cxn modelId="{95B5EF9A-AA8D-453F-AB7E-A8F7E1755E1D}" type="presParOf" srcId="{5F29BC85-F87A-4930-BEB5-0AB1A6363C32}" destId="{843025F1-4CDE-4E42-A70C-F0053F4465DB}" srcOrd="0" destOrd="0" presId="urn:microsoft.com/office/officeart/2018/2/layout/IconVerticalSolidList"/>
    <dgm:cxn modelId="{A74151C6-5A5A-4CC3-8F34-78C14CA49AE9}" type="presParOf" srcId="{843025F1-4CDE-4E42-A70C-F0053F4465DB}" destId="{6B9CB07C-373A-481C-A77B-649ECDF6016C}" srcOrd="0" destOrd="0" presId="urn:microsoft.com/office/officeart/2018/2/layout/IconVerticalSolidList"/>
    <dgm:cxn modelId="{CB712155-FA67-4A1B-BDCD-FE5378ABB5A0}" type="presParOf" srcId="{843025F1-4CDE-4E42-A70C-F0053F4465DB}" destId="{050F511A-22A4-49F1-A23C-A89F22E1F793}" srcOrd="1" destOrd="0" presId="urn:microsoft.com/office/officeart/2018/2/layout/IconVerticalSolidList"/>
    <dgm:cxn modelId="{8EBA8A98-5239-4605-81F2-9BE69623E9DB}" type="presParOf" srcId="{843025F1-4CDE-4E42-A70C-F0053F4465DB}" destId="{B2297716-CAE3-4714-8089-91AF6ECD4A1D}" srcOrd="2" destOrd="0" presId="urn:microsoft.com/office/officeart/2018/2/layout/IconVerticalSolidList"/>
    <dgm:cxn modelId="{E0170EB1-DF29-4EB8-B3F7-536B6D848B99}" type="presParOf" srcId="{843025F1-4CDE-4E42-A70C-F0053F4465DB}" destId="{E88A83D5-0312-4235-8147-BD93C51239DF}" srcOrd="3" destOrd="0" presId="urn:microsoft.com/office/officeart/2018/2/layout/IconVerticalSolidList"/>
    <dgm:cxn modelId="{5EB98116-F41C-4846-9F58-20CF02F97A16}" type="presParOf" srcId="{5F29BC85-F87A-4930-BEB5-0AB1A6363C32}" destId="{26E8BB87-D67C-4ED3-B260-0BCB4B158D19}" srcOrd="1" destOrd="0" presId="urn:microsoft.com/office/officeart/2018/2/layout/IconVerticalSolidList"/>
    <dgm:cxn modelId="{D664EB7E-2543-422C-A0BB-BAF025A9153D}" type="presParOf" srcId="{5F29BC85-F87A-4930-BEB5-0AB1A6363C32}" destId="{642740CB-4A51-4E65-88A3-344A8D1BBBFD}" srcOrd="2" destOrd="0" presId="urn:microsoft.com/office/officeart/2018/2/layout/IconVerticalSolidList"/>
    <dgm:cxn modelId="{0961283D-46E1-4712-BE4B-44FD122D2550}" type="presParOf" srcId="{642740CB-4A51-4E65-88A3-344A8D1BBBFD}" destId="{EBEE055A-D2F1-4581-8705-7AE236285E46}" srcOrd="0" destOrd="0" presId="urn:microsoft.com/office/officeart/2018/2/layout/IconVerticalSolidList"/>
    <dgm:cxn modelId="{29770415-7DA0-4063-9DEE-D64675504FF8}" type="presParOf" srcId="{642740CB-4A51-4E65-88A3-344A8D1BBBFD}" destId="{2448E7ED-5957-40DE-8FB0-3CB4C95C9CC4}" srcOrd="1" destOrd="0" presId="urn:microsoft.com/office/officeart/2018/2/layout/IconVerticalSolidList"/>
    <dgm:cxn modelId="{FC1867B7-BE00-4643-8878-DF1FF138065A}" type="presParOf" srcId="{642740CB-4A51-4E65-88A3-344A8D1BBBFD}" destId="{71FDA2C0-B170-4563-BB09-EE49EAAF4DD5}" srcOrd="2" destOrd="0" presId="urn:microsoft.com/office/officeart/2018/2/layout/IconVerticalSolidList"/>
    <dgm:cxn modelId="{7E15C0E2-F6A2-4160-A49A-97BF5CA99397}" type="presParOf" srcId="{642740CB-4A51-4E65-88A3-344A8D1BBBFD}" destId="{86850CAF-4CCC-4D71-A282-C8F3E9256D7D}" srcOrd="3" destOrd="0" presId="urn:microsoft.com/office/officeart/2018/2/layout/IconVerticalSolidList"/>
    <dgm:cxn modelId="{72DBA7ED-0202-4805-ABA3-9C8E9EBECAD1}" type="presParOf" srcId="{642740CB-4A51-4E65-88A3-344A8D1BBBFD}" destId="{C14CFE5D-D2C3-439A-BFBE-8E4B262DC766}" srcOrd="4" destOrd="0" presId="urn:microsoft.com/office/officeart/2018/2/layout/IconVerticalSolidList"/>
    <dgm:cxn modelId="{F0D61ADE-EC74-4602-A739-A1E348C22803}" type="presParOf" srcId="{5F29BC85-F87A-4930-BEB5-0AB1A6363C32}" destId="{6299D60F-1398-4309-AFC3-1D249203473A}" srcOrd="3" destOrd="0" presId="urn:microsoft.com/office/officeart/2018/2/layout/IconVerticalSolidList"/>
    <dgm:cxn modelId="{1C1A1906-0A71-4349-9347-8A6E625B8824}" type="presParOf" srcId="{5F29BC85-F87A-4930-BEB5-0AB1A6363C32}" destId="{0BF9AE4D-CFA7-4171-A0EC-EFA9324D81B9}" srcOrd="4" destOrd="0" presId="urn:microsoft.com/office/officeart/2018/2/layout/IconVerticalSolidList"/>
    <dgm:cxn modelId="{17A89F10-D211-4BFE-9C17-FA23AAE254FB}" type="presParOf" srcId="{0BF9AE4D-CFA7-4171-A0EC-EFA9324D81B9}" destId="{C72A7403-2EBA-4062-A03F-1F55E85CF3B8}" srcOrd="0" destOrd="0" presId="urn:microsoft.com/office/officeart/2018/2/layout/IconVerticalSolidList"/>
    <dgm:cxn modelId="{CB8AB9FD-E62C-40A4-924F-1D48EC8D6FF5}" type="presParOf" srcId="{0BF9AE4D-CFA7-4171-A0EC-EFA9324D81B9}" destId="{988F168C-D836-44C5-997A-523CE0AB9DB7}" srcOrd="1" destOrd="0" presId="urn:microsoft.com/office/officeart/2018/2/layout/IconVerticalSolidList"/>
    <dgm:cxn modelId="{26CBECAA-EBEA-4447-9655-072D50EC4882}" type="presParOf" srcId="{0BF9AE4D-CFA7-4171-A0EC-EFA9324D81B9}" destId="{570A8BF7-C34E-441D-9D8D-EC987A792A59}" srcOrd="2" destOrd="0" presId="urn:microsoft.com/office/officeart/2018/2/layout/IconVerticalSolidList"/>
    <dgm:cxn modelId="{DABEB417-919A-47FC-9EA0-A096066771EA}" type="presParOf" srcId="{0BF9AE4D-CFA7-4171-A0EC-EFA9324D81B9}" destId="{EC526569-C14E-40EF-8F8D-BB7787766D0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1D794FC-C205-4F21-B9A3-BD8BD5965EE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B2099866-13E1-46D9-B44B-287A20732860}">
      <dgm:prSet/>
      <dgm:spPr/>
      <dgm:t>
        <a:bodyPr/>
        <a:lstStyle/>
        <a:p>
          <a:r>
            <a:rPr lang="en-US"/>
            <a:t>Research individual tasks to achieve a technical understanding of our ideal methods.</a:t>
          </a:r>
        </a:p>
      </dgm:t>
    </dgm:pt>
    <dgm:pt modelId="{ED5D6D23-D5CA-4787-B09C-FA914BB17265}" type="parTrans" cxnId="{B8E0E5CF-9922-436B-806F-CBE324E3C282}">
      <dgm:prSet/>
      <dgm:spPr/>
      <dgm:t>
        <a:bodyPr/>
        <a:lstStyle/>
        <a:p>
          <a:endParaRPr lang="en-US"/>
        </a:p>
      </dgm:t>
    </dgm:pt>
    <dgm:pt modelId="{738AF85A-4D04-46B6-B598-BBAFE596BB6D}" type="sibTrans" cxnId="{B8E0E5CF-9922-436B-806F-CBE324E3C282}">
      <dgm:prSet/>
      <dgm:spPr/>
      <dgm:t>
        <a:bodyPr/>
        <a:lstStyle/>
        <a:p>
          <a:endParaRPr lang="en-US"/>
        </a:p>
      </dgm:t>
    </dgm:pt>
    <dgm:pt modelId="{9B7805B3-B8DF-430B-8ACE-D70641A8251F}">
      <dgm:prSet/>
      <dgm:spPr/>
      <dgm:t>
        <a:bodyPr/>
        <a:lstStyle/>
        <a:p>
          <a:r>
            <a:rPr lang="en-US"/>
            <a:t>Set weekly goals.</a:t>
          </a:r>
        </a:p>
      </dgm:t>
    </dgm:pt>
    <dgm:pt modelId="{82493C78-1610-4AC7-BFD1-019618AE6C0E}" type="parTrans" cxnId="{F68709B9-71D2-4218-995B-48D002AEE9B6}">
      <dgm:prSet/>
      <dgm:spPr/>
      <dgm:t>
        <a:bodyPr/>
        <a:lstStyle/>
        <a:p>
          <a:endParaRPr lang="en-US"/>
        </a:p>
      </dgm:t>
    </dgm:pt>
    <dgm:pt modelId="{C80EDD0C-AAB4-4F6F-8CF0-4F7E6AF73B2D}" type="sibTrans" cxnId="{F68709B9-71D2-4218-995B-48D002AEE9B6}">
      <dgm:prSet/>
      <dgm:spPr/>
      <dgm:t>
        <a:bodyPr/>
        <a:lstStyle/>
        <a:p>
          <a:endParaRPr lang="en-US"/>
        </a:p>
      </dgm:t>
    </dgm:pt>
    <dgm:pt modelId="{CC8A6FDC-A478-41C2-9D35-1BFCE0A163CF}">
      <dgm:prSet/>
      <dgm:spPr/>
      <dgm:t>
        <a:bodyPr/>
        <a:lstStyle/>
        <a:p>
          <a:r>
            <a:rPr lang="en-US"/>
            <a:t>Develop software in modular steps.</a:t>
          </a:r>
        </a:p>
      </dgm:t>
    </dgm:pt>
    <dgm:pt modelId="{8242E354-7090-4B08-853E-96CEEA749193}" type="parTrans" cxnId="{D4A12D59-4E33-4154-AEC5-A65E836C50F8}">
      <dgm:prSet/>
      <dgm:spPr/>
      <dgm:t>
        <a:bodyPr/>
        <a:lstStyle/>
        <a:p>
          <a:endParaRPr lang="en-US"/>
        </a:p>
      </dgm:t>
    </dgm:pt>
    <dgm:pt modelId="{FC9D3C6D-1D0C-4CCA-B20A-8D3D5C669222}" type="sibTrans" cxnId="{D4A12D59-4E33-4154-AEC5-A65E836C50F8}">
      <dgm:prSet/>
      <dgm:spPr/>
      <dgm:t>
        <a:bodyPr/>
        <a:lstStyle/>
        <a:p>
          <a:endParaRPr lang="en-US"/>
        </a:p>
      </dgm:t>
    </dgm:pt>
    <dgm:pt modelId="{DF2889D6-9672-4BBA-AD61-E7C3015AEA02}">
      <dgm:prSet/>
      <dgm:spPr/>
      <dgm:t>
        <a:bodyPr/>
        <a:lstStyle/>
        <a:p>
          <a:r>
            <a:rPr lang="en-US"/>
            <a:t>Create an expandable framework to include additional strategies and methods further into development.</a:t>
          </a:r>
        </a:p>
      </dgm:t>
    </dgm:pt>
    <dgm:pt modelId="{1C80D3D2-FCB5-4E32-BD91-49F4292A561C}" type="parTrans" cxnId="{690FA660-B5E2-485C-A851-EA85CA028595}">
      <dgm:prSet/>
      <dgm:spPr/>
      <dgm:t>
        <a:bodyPr/>
        <a:lstStyle/>
        <a:p>
          <a:endParaRPr lang="en-US"/>
        </a:p>
      </dgm:t>
    </dgm:pt>
    <dgm:pt modelId="{0D1B89CD-7AA5-485B-969E-FB4263EFE423}" type="sibTrans" cxnId="{690FA660-B5E2-485C-A851-EA85CA028595}">
      <dgm:prSet/>
      <dgm:spPr/>
      <dgm:t>
        <a:bodyPr/>
        <a:lstStyle/>
        <a:p>
          <a:endParaRPr lang="en-US"/>
        </a:p>
      </dgm:t>
    </dgm:pt>
    <dgm:pt modelId="{D9A36025-0CEC-4BC0-B67A-74FA3E425EC7}" type="pres">
      <dgm:prSet presAssocID="{71D794FC-C205-4F21-B9A3-BD8BD5965EEF}" presName="root" presStyleCnt="0">
        <dgm:presLayoutVars>
          <dgm:dir/>
          <dgm:resizeHandles val="exact"/>
        </dgm:presLayoutVars>
      </dgm:prSet>
      <dgm:spPr/>
    </dgm:pt>
    <dgm:pt modelId="{250197BC-7B69-4FC5-BE9B-5E9A20583227}" type="pres">
      <dgm:prSet presAssocID="{B2099866-13E1-46D9-B44B-287A20732860}" presName="compNode" presStyleCnt="0"/>
      <dgm:spPr/>
    </dgm:pt>
    <dgm:pt modelId="{8E46F6A6-15D2-4784-B9F1-0CB333D6A2F8}" type="pres">
      <dgm:prSet presAssocID="{B2099866-13E1-46D9-B44B-287A20732860}" presName="bgRect" presStyleLbl="bgShp" presStyleIdx="0" presStyleCnt="4"/>
      <dgm:spPr/>
    </dgm:pt>
    <dgm:pt modelId="{B7640941-FEC7-476C-A55F-49DC977CE908}" type="pres">
      <dgm:prSet presAssocID="{B2099866-13E1-46D9-B44B-287A2073286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4480634A-2FC6-4D07-8CAE-2C8D045F08FA}" type="pres">
      <dgm:prSet presAssocID="{B2099866-13E1-46D9-B44B-287A20732860}" presName="spaceRect" presStyleCnt="0"/>
      <dgm:spPr/>
    </dgm:pt>
    <dgm:pt modelId="{6318318F-182F-464E-9365-5FA30975F39C}" type="pres">
      <dgm:prSet presAssocID="{B2099866-13E1-46D9-B44B-287A20732860}" presName="parTx" presStyleLbl="revTx" presStyleIdx="0" presStyleCnt="4">
        <dgm:presLayoutVars>
          <dgm:chMax val="0"/>
          <dgm:chPref val="0"/>
        </dgm:presLayoutVars>
      </dgm:prSet>
      <dgm:spPr/>
    </dgm:pt>
    <dgm:pt modelId="{7BC9196E-7956-4693-823B-FDDEE43DC7F8}" type="pres">
      <dgm:prSet presAssocID="{738AF85A-4D04-46B6-B598-BBAFE596BB6D}" presName="sibTrans" presStyleCnt="0"/>
      <dgm:spPr/>
    </dgm:pt>
    <dgm:pt modelId="{1494A438-E4E7-49A1-B113-1F94610F60CF}" type="pres">
      <dgm:prSet presAssocID="{9B7805B3-B8DF-430B-8ACE-D70641A8251F}" presName="compNode" presStyleCnt="0"/>
      <dgm:spPr/>
    </dgm:pt>
    <dgm:pt modelId="{CA6D8B38-08D2-4C81-A49E-E04BB9CC35C4}" type="pres">
      <dgm:prSet presAssocID="{9B7805B3-B8DF-430B-8ACE-D70641A8251F}" presName="bgRect" presStyleLbl="bgShp" presStyleIdx="1" presStyleCnt="4"/>
      <dgm:spPr/>
    </dgm:pt>
    <dgm:pt modelId="{4F5CA26C-E6A0-449C-93DF-C864B1F680E9}" type="pres">
      <dgm:prSet presAssocID="{9B7805B3-B8DF-430B-8ACE-D70641A8251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3179BC1E-BFEC-4757-90E6-A9EBC6F4056B}" type="pres">
      <dgm:prSet presAssocID="{9B7805B3-B8DF-430B-8ACE-D70641A8251F}" presName="spaceRect" presStyleCnt="0"/>
      <dgm:spPr/>
    </dgm:pt>
    <dgm:pt modelId="{EC188727-9D5A-49E7-8A03-8689DF60FC7A}" type="pres">
      <dgm:prSet presAssocID="{9B7805B3-B8DF-430B-8ACE-D70641A8251F}" presName="parTx" presStyleLbl="revTx" presStyleIdx="1" presStyleCnt="4">
        <dgm:presLayoutVars>
          <dgm:chMax val="0"/>
          <dgm:chPref val="0"/>
        </dgm:presLayoutVars>
      </dgm:prSet>
      <dgm:spPr/>
    </dgm:pt>
    <dgm:pt modelId="{E8D9DDD5-9B87-4A94-9DCD-B11830C7342E}" type="pres">
      <dgm:prSet presAssocID="{C80EDD0C-AAB4-4F6F-8CF0-4F7E6AF73B2D}" presName="sibTrans" presStyleCnt="0"/>
      <dgm:spPr/>
    </dgm:pt>
    <dgm:pt modelId="{6FF7882D-A734-4239-B9A9-0E6A3EDB7836}" type="pres">
      <dgm:prSet presAssocID="{CC8A6FDC-A478-41C2-9D35-1BFCE0A163CF}" presName="compNode" presStyleCnt="0"/>
      <dgm:spPr/>
    </dgm:pt>
    <dgm:pt modelId="{9866242D-CB5B-4BDA-9BB2-747D2E0A201E}" type="pres">
      <dgm:prSet presAssocID="{CC8A6FDC-A478-41C2-9D35-1BFCE0A163CF}" presName="bgRect" presStyleLbl="bgShp" presStyleIdx="2" presStyleCnt="4"/>
      <dgm:spPr/>
    </dgm:pt>
    <dgm:pt modelId="{70CB500F-99C8-4282-97F0-5B4B386BBD4D}" type="pres">
      <dgm:prSet presAssocID="{CC8A6FDC-A478-41C2-9D35-1BFCE0A163C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EF30090D-2622-4ED8-B90F-83FA269F08B6}" type="pres">
      <dgm:prSet presAssocID="{CC8A6FDC-A478-41C2-9D35-1BFCE0A163CF}" presName="spaceRect" presStyleCnt="0"/>
      <dgm:spPr/>
    </dgm:pt>
    <dgm:pt modelId="{BEDD2693-3EEA-4CFE-B9AE-C00368B9B175}" type="pres">
      <dgm:prSet presAssocID="{CC8A6FDC-A478-41C2-9D35-1BFCE0A163CF}" presName="parTx" presStyleLbl="revTx" presStyleIdx="2" presStyleCnt="4">
        <dgm:presLayoutVars>
          <dgm:chMax val="0"/>
          <dgm:chPref val="0"/>
        </dgm:presLayoutVars>
      </dgm:prSet>
      <dgm:spPr/>
    </dgm:pt>
    <dgm:pt modelId="{0E256635-0F6F-448D-9A3A-4182A6315701}" type="pres">
      <dgm:prSet presAssocID="{FC9D3C6D-1D0C-4CCA-B20A-8D3D5C669222}" presName="sibTrans" presStyleCnt="0"/>
      <dgm:spPr/>
    </dgm:pt>
    <dgm:pt modelId="{04A0FDFE-DB93-4F68-BF2D-25D343487667}" type="pres">
      <dgm:prSet presAssocID="{DF2889D6-9672-4BBA-AD61-E7C3015AEA02}" presName="compNode" presStyleCnt="0"/>
      <dgm:spPr/>
    </dgm:pt>
    <dgm:pt modelId="{B35132F4-89E4-4028-8F57-8A3C2CE3D65E}" type="pres">
      <dgm:prSet presAssocID="{DF2889D6-9672-4BBA-AD61-E7C3015AEA02}" presName="bgRect" presStyleLbl="bgShp" presStyleIdx="3" presStyleCnt="4"/>
      <dgm:spPr/>
    </dgm:pt>
    <dgm:pt modelId="{8C0AF79E-D452-4A97-AFA5-6E2C983AB78A}" type="pres">
      <dgm:prSet presAssocID="{DF2889D6-9672-4BBA-AD61-E7C3015AEA0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6C812C5F-864A-472A-B1CC-D94086FFB5A0}" type="pres">
      <dgm:prSet presAssocID="{DF2889D6-9672-4BBA-AD61-E7C3015AEA02}" presName="spaceRect" presStyleCnt="0"/>
      <dgm:spPr/>
    </dgm:pt>
    <dgm:pt modelId="{704AF517-9463-41CC-A841-23DAFF311549}" type="pres">
      <dgm:prSet presAssocID="{DF2889D6-9672-4BBA-AD61-E7C3015AEA0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CF20A29-D8C5-41F1-A6A6-40CABA95A551}" type="presOf" srcId="{B2099866-13E1-46D9-B44B-287A20732860}" destId="{6318318F-182F-464E-9365-5FA30975F39C}" srcOrd="0" destOrd="0" presId="urn:microsoft.com/office/officeart/2018/2/layout/IconVerticalSolidList"/>
    <dgm:cxn modelId="{1F3FAB33-EC34-43C3-ADDE-5F4690D96DCA}" type="presOf" srcId="{CC8A6FDC-A478-41C2-9D35-1BFCE0A163CF}" destId="{BEDD2693-3EEA-4CFE-B9AE-C00368B9B175}" srcOrd="0" destOrd="0" presId="urn:microsoft.com/office/officeart/2018/2/layout/IconVerticalSolidList"/>
    <dgm:cxn modelId="{FB15DA3B-7C76-4009-9DF3-CFC13B50544C}" type="presOf" srcId="{9B7805B3-B8DF-430B-8ACE-D70641A8251F}" destId="{EC188727-9D5A-49E7-8A03-8689DF60FC7A}" srcOrd="0" destOrd="0" presId="urn:microsoft.com/office/officeart/2018/2/layout/IconVerticalSolidList"/>
    <dgm:cxn modelId="{690FA660-B5E2-485C-A851-EA85CA028595}" srcId="{71D794FC-C205-4F21-B9A3-BD8BD5965EEF}" destId="{DF2889D6-9672-4BBA-AD61-E7C3015AEA02}" srcOrd="3" destOrd="0" parTransId="{1C80D3D2-FCB5-4E32-BD91-49F4292A561C}" sibTransId="{0D1B89CD-7AA5-485B-969E-FB4263EFE423}"/>
    <dgm:cxn modelId="{D4A12D59-4E33-4154-AEC5-A65E836C50F8}" srcId="{71D794FC-C205-4F21-B9A3-BD8BD5965EEF}" destId="{CC8A6FDC-A478-41C2-9D35-1BFCE0A163CF}" srcOrd="2" destOrd="0" parTransId="{8242E354-7090-4B08-853E-96CEEA749193}" sibTransId="{FC9D3C6D-1D0C-4CCA-B20A-8D3D5C669222}"/>
    <dgm:cxn modelId="{4782EE87-F73C-4A0E-85E6-7D38BC5B5486}" type="presOf" srcId="{71D794FC-C205-4F21-B9A3-BD8BD5965EEF}" destId="{D9A36025-0CEC-4BC0-B67A-74FA3E425EC7}" srcOrd="0" destOrd="0" presId="urn:microsoft.com/office/officeart/2018/2/layout/IconVerticalSolidList"/>
    <dgm:cxn modelId="{F68709B9-71D2-4218-995B-48D002AEE9B6}" srcId="{71D794FC-C205-4F21-B9A3-BD8BD5965EEF}" destId="{9B7805B3-B8DF-430B-8ACE-D70641A8251F}" srcOrd="1" destOrd="0" parTransId="{82493C78-1610-4AC7-BFD1-019618AE6C0E}" sibTransId="{C80EDD0C-AAB4-4F6F-8CF0-4F7E6AF73B2D}"/>
    <dgm:cxn modelId="{B8E0E5CF-9922-436B-806F-CBE324E3C282}" srcId="{71D794FC-C205-4F21-B9A3-BD8BD5965EEF}" destId="{B2099866-13E1-46D9-B44B-287A20732860}" srcOrd="0" destOrd="0" parTransId="{ED5D6D23-D5CA-4787-B09C-FA914BB17265}" sibTransId="{738AF85A-4D04-46B6-B598-BBAFE596BB6D}"/>
    <dgm:cxn modelId="{5DBA2FEE-10E3-452A-AFD2-6F974CAE8D2E}" type="presOf" srcId="{DF2889D6-9672-4BBA-AD61-E7C3015AEA02}" destId="{704AF517-9463-41CC-A841-23DAFF311549}" srcOrd="0" destOrd="0" presId="urn:microsoft.com/office/officeart/2018/2/layout/IconVerticalSolidList"/>
    <dgm:cxn modelId="{761105A7-C0A5-470F-B26B-C065284B337D}" type="presParOf" srcId="{D9A36025-0CEC-4BC0-B67A-74FA3E425EC7}" destId="{250197BC-7B69-4FC5-BE9B-5E9A20583227}" srcOrd="0" destOrd="0" presId="urn:microsoft.com/office/officeart/2018/2/layout/IconVerticalSolidList"/>
    <dgm:cxn modelId="{13B7101B-B498-480A-AA1F-320B78089E3E}" type="presParOf" srcId="{250197BC-7B69-4FC5-BE9B-5E9A20583227}" destId="{8E46F6A6-15D2-4784-B9F1-0CB333D6A2F8}" srcOrd="0" destOrd="0" presId="urn:microsoft.com/office/officeart/2018/2/layout/IconVerticalSolidList"/>
    <dgm:cxn modelId="{48FFF9E4-4C4B-42C9-87CE-86E899B32D4D}" type="presParOf" srcId="{250197BC-7B69-4FC5-BE9B-5E9A20583227}" destId="{B7640941-FEC7-476C-A55F-49DC977CE908}" srcOrd="1" destOrd="0" presId="urn:microsoft.com/office/officeart/2018/2/layout/IconVerticalSolidList"/>
    <dgm:cxn modelId="{083E6E10-A13C-4724-B2AD-FB33D4305C13}" type="presParOf" srcId="{250197BC-7B69-4FC5-BE9B-5E9A20583227}" destId="{4480634A-2FC6-4D07-8CAE-2C8D045F08FA}" srcOrd="2" destOrd="0" presId="urn:microsoft.com/office/officeart/2018/2/layout/IconVerticalSolidList"/>
    <dgm:cxn modelId="{F958F9CA-45BE-45B3-B455-D5FF73E438A9}" type="presParOf" srcId="{250197BC-7B69-4FC5-BE9B-5E9A20583227}" destId="{6318318F-182F-464E-9365-5FA30975F39C}" srcOrd="3" destOrd="0" presId="urn:microsoft.com/office/officeart/2018/2/layout/IconVerticalSolidList"/>
    <dgm:cxn modelId="{B857E301-E9E1-4A8C-A03B-3C86C3F99F0B}" type="presParOf" srcId="{D9A36025-0CEC-4BC0-B67A-74FA3E425EC7}" destId="{7BC9196E-7956-4693-823B-FDDEE43DC7F8}" srcOrd="1" destOrd="0" presId="urn:microsoft.com/office/officeart/2018/2/layout/IconVerticalSolidList"/>
    <dgm:cxn modelId="{65059FFB-912C-4CB2-B5FE-DDF67750FC0A}" type="presParOf" srcId="{D9A36025-0CEC-4BC0-B67A-74FA3E425EC7}" destId="{1494A438-E4E7-49A1-B113-1F94610F60CF}" srcOrd="2" destOrd="0" presId="urn:microsoft.com/office/officeart/2018/2/layout/IconVerticalSolidList"/>
    <dgm:cxn modelId="{291A03B7-4536-4638-978D-ED2D8406B280}" type="presParOf" srcId="{1494A438-E4E7-49A1-B113-1F94610F60CF}" destId="{CA6D8B38-08D2-4C81-A49E-E04BB9CC35C4}" srcOrd="0" destOrd="0" presId="urn:microsoft.com/office/officeart/2018/2/layout/IconVerticalSolidList"/>
    <dgm:cxn modelId="{C9CB023D-1377-4DE3-9942-8A19CF816D7B}" type="presParOf" srcId="{1494A438-E4E7-49A1-B113-1F94610F60CF}" destId="{4F5CA26C-E6A0-449C-93DF-C864B1F680E9}" srcOrd="1" destOrd="0" presId="urn:microsoft.com/office/officeart/2018/2/layout/IconVerticalSolidList"/>
    <dgm:cxn modelId="{6CA0420C-843F-4B14-8E42-330BDE103AC8}" type="presParOf" srcId="{1494A438-E4E7-49A1-B113-1F94610F60CF}" destId="{3179BC1E-BFEC-4757-90E6-A9EBC6F4056B}" srcOrd="2" destOrd="0" presId="urn:microsoft.com/office/officeart/2018/2/layout/IconVerticalSolidList"/>
    <dgm:cxn modelId="{0B959728-EA78-4EB4-86D5-BC1E6FFC4E2D}" type="presParOf" srcId="{1494A438-E4E7-49A1-B113-1F94610F60CF}" destId="{EC188727-9D5A-49E7-8A03-8689DF60FC7A}" srcOrd="3" destOrd="0" presId="urn:microsoft.com/office/officeart/2018/2/layout/IconVerticalSolidList"/>
    <dgm:cxn modelId="{F15BA742-7436-4C8C-8413-5198712C878F}" type="presParOf" srcId="{D9A36025-0CEC-4BC0-B67A-74FA3E425EC7}" destId="{E8D9DDD5-9B87-4A94-9DCD-B11830C7342E}" srcOrd="3" destOrd="0" presId="urn:microsoft.com/office/officeart/2018/2/layout/IconVerticalSolidList"/>
    <dgm:cxn modelId="{91384613-2CBC-44F5-A6B1-3D898F3584C2}" type="presParOf" srcId="{D9A36025-0CEC-4BC0-B67A-74FA3E425EC7}" destId="{6FF7882D-A734-4239-B9A9-0E6A3EDB7836}" srcOrd="4" destOrd="0" presId="urn:microsoft.com/office/officeart/2018/2/layout/IconVerticalSolidList"/>
    <dgm:cxn modelId="{4749F14D-D1EE-4B8C-B322-075C20ADE500}" type="presParOf" srcId="{6FF7882D-A734-4239-B9A9-0E6A3EDB7836}" destId="{9866242D-CB5B-4BDA-9BB2-747D2E0A201E}" srcOrd="0" destOrd="0" presId="urn:microsoft.com/office/officeart/2018/2/layout/IconVerticalSolidList"/>
    <dgm:cxn modelId="{B2F16C9F-1D94-45E1-8286-E468633D373A}" type="presParOf" srcId="{6FF7882D-A734-4239-B9A9-0E6A3EDB7836}" destId="{70CB500F-99C8-4282-97F0-5B4B386BBD4D}" srcOrd="1" destOrd="0" presId="urn:microsoft.com/office/officeart/2018/2/layout/IconVerticalSolidList"/>
    <dgm:cxn modelId="{BF8BB100-281D-4F8D-8E33-77DFCE0495CC}" type="presParOf" srcId="{6FF7882D-A734-4239-B9A9-0E6A3EDB7836}" destId="{EF30090D-2622-4ED8-B90F-83FA269F08B6}" srcOrd="2" destOrd="0" presId="urn:microsoft.com/office/officeart/2018/2/layout/IconVerticalSolidList"/>
    <dgm:cxn modelId="{D6236C2F-3970-46B4-9631-2CA9065CBE3A}" type="presParOf" srcId="{6FF7882D-A734-4239-B9A9-0E6A3EDB7836}" destId="{BEDD2693-3EEA-4CFE-B9AE-C00368B9B175}" srcOrd="3" destOrd="0" presId="urn:microsoft.com/office/officeart/2018/2/layout/IconVerticalSolidList"/>
    <dgm:cxn modelId="{ACAAC152-0DBE-49B8-8E96-FDD2F53C6DE5}" type="presParOf" srcId="{D9A36025-0CEC-4BC0-B67A-74FA3E425EC7}" destId="{0E256635-0F6F-448D-9A3A-4182A6315701}" srcOrd="5" destOrd="0" presId="urn:microsoft.com/office/officeart/2018/2/layout/IconVerticalSolidList"/>
    <dgm:cxn modelId="{F9525F04-5119-45F2-A48F-157E82C1AD5D}" type="presParOf" srcId="{D9A36025-0CEC-4BC0-B67A-74FA3E425EC7}" destId="{04A0FDFE-DB93-4F68-BF2D-25D343487667}" srcOrd="6" destOrd="0" presId="urn:microsoft.com/office/officeart/2018/2/layout/IconVerticalSolidList"/>
    <dgm:cxn modelId="{64B3836A-725E-474A-A00A-C7D9DB605687}" type="presParOf" srcId="{04A0FDFE-DB93-4F68-BF2D-25D343487667}" destId="{B35132F4-89E4-4028-8F57-8A3C2CE3D65E}" srcOrd="0" destOrd="0" presId="urn:microsoft.com/office/officeart/2018/2/layout/IconVerticalSolidList"/>
    <dgm:cxn modelId="{08A9037F-8382-45B6-B77E-D7C2C740CAFE}" type="presParOf" srcId="{04A0FDFE-DB93-4F68-BF2D-25D343487667}" destId="{8C0AF79E-D452-4A97-AFA5-6E2C983AB78A}" srcOrd="1" destOrd="0" presId="urn:microsoft.com/office/officeart/2018/2/layout/IconVerticalSolidList"/>
    <dgm:cxn modelId="{44A81CEC-99A8-4B12-8E4B-38F8E42028FD}" type="presParOf" srcId="{04A0FDFE-DB93-4F68-BF2D-25D343487667}" destId="{6C812C5F-864A-472A-B1CC-D94086FFB5A0}" srcOrd="2" destOrd="0" presId="urn:microsoft.com/office/officeart/2018/2/layout/IconVerticalSolidList"/>
    <dgm:cxn modelId="{CF6760A5-3AFC-4A7F-8EED-ACDCADD9ED3B}" type="presParOf" srcId="{04A0FDFE-DB93-4F68-BF2D-25D343487667}" destId="{704AF517-9463-41CC-A841-23DAFF31154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CC0DE7-48E2-48A0-87D3-70778E4F98F1}">
      <dsp:nvSpPr>
        <dsp:cNvPr id="0" name=""/>
        <dsp:cNvSpPr/>
      </dsp:nvSpPr>
      <dsp:spPr>
        <a:xfrm>
          <a:off x="681337" y="77909"/>
          <a:ext cx="1852875" cy="185287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A5F7A7-B0AC-4691-BBF2-7FC580708FE6}">
      <dsp:nvSpPr>
        <dsp:cNvPr id="0" name=""/>
        <dsp:cNvSpPr/>
      </dsp:nvSpPr>
      <dsp:spPr>
        <a:xfrm>
          <a:off x="1076212" y="472784"/>
          <a:ext cx="1063125" cy="10631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69FFAB-76B6-4A4B-AC7F-6E90EE2629A1}">
      <dsp:nvSpPr>
        <dsp:cNvPr id="0" name=""/>
        <dsp:cNvSpPr/>
      </dsp:nvSpPr>
      <dsp:spPr>
        <a:xfrm>
          <a:off x="89024" y="2507910"/>
          <a:ext cx="30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Purpose – Apply the knowledge and experience acquired over the course of our Wentworth careers.</a:t>
          </a:r>
        </a:p>
      </dsp:txBody>
      <dsp:txXfrm>
        <a:off x="89024" y="2507910"/>
        <a:ext cx="3037500" cy="720000"/>
      </dsp:txXfrm>
    </dsp:sp>
    <dsp:sp modelId="{D0EB0649-7473-4A04-B30B-75AB54CC085A}">
      <dsp:nvSpPr>
        <dsp:cNvPr id="0" name=""/>
        <dsp:cNvSpPr/>
      </dsp:nvSpPr>
      <dsp:spPr>
        <a:xfrm>
          <a:off x="4250400" y="77909"/>
          <a:ext cx="1852875" cy="185287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DAFC76-02EE-4C8E-BAAB-9FFA060224B6}">
      <dsp:nvSpPr>
        <dsp:cNvPr id="0" name=""/>
        <dsp:cNvSpPr/>
      </dsp:nvSpPr>
      <dsp:spPr>
        <a:xfrm>
          <a:off x="4645275" y="472784"/>
          <a:ext cx="1063125" cy="10631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C904BF-2F1E-456C-B327-E442181FB2E6}">
      <dsp:nvSpPr>
        <dsp:cNvPr id="0" name=""/>
        <dsp:cNvSpPr/>
      </dsp:nvSpPr>
      <dsp:spPr>
        <a:xfrm>
          <a:off x="3658087" y="2507910"/>
          <a:ext cx="30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Goal – Focus our acquired knowledge and experience into our security interest to benefit our impact on the industry.</a:t>
          </a:r>
        </a:p>
      </dsp:txBody>
      <dsp:txXfrm>
        <a:off x="3658087" y="2507910"/>
        <a:ext cx="3037500" cy="720000"/>
      </dsp:txXfrm>
    </dsp:sp>
    <dsp:sp modelId="{E47D90AF-7ED9-4C11-9116-DD27BD34B6DB}">
      <dsp:nvSpPr>
        <dsp:cNvPr id="0" name=""/>
        <dsp:cNvSpPr/>
      </dsp:nvSpPr>
      <dsp:spPr>
        <a:xfrm>
          <a:off x="7819462" y="77909"/>
          <a:ext cx="1852875" cy="185287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E77302-5864-44A5-9BEB-7534A682E08E}">
      <dsp:nvSpPr>
        <dsp:cNvPr id="0" name=""/>
        <dsp:cNvSpPr/>
      </dsp:nvSpPr>
      <dsp:spPr>
        <a:xfrm>
          <a:off x="8214337" y="472784"/>
          <a:ext cx="1063125" cy="10631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8C5A40-7B4A-46C7-9E2D-C0D31F3005B5}">
      <dsp:nvSpPr>
        <dsp:cNvPr id="0" name=""/>
        <dsp:cNvSpPr/>
      </dsp:nvSpPr>
      <dsp:spPr>
        <a:xfrm>
          <a:off x="7227150" y="2507910"/>
          <a:ext cx="30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Method – Develop a comprehensive software system that allows us to gain an understanding of computer security not previously attainable.</a:t>
          </a:r>
        </a:p>
      </dsp:txBody>
      <dsp:txXfrm>
        <a:off x="7227150" y="2507910"/>
        <a:ext cx="30375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6C709A-1ADF-42AE-AE90-A92E49F5113B}">
      <dsp:nvSpPr>
        <dsp:cNvPr id="0" name=""/>
        <dsp:cNvSpPr/>
      </dsp:nvSpPr>
      <dsp:spPr>
        <a:xfrm>
          <a:off x="362997" y="807559"/>
          <a:ext cx="588515" cy="58851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A3C738-DFD7-44C6-8942-F591C209649B}">
      <dsp:nvSpPr>
        <dsp:cNvPr id="0" name=""/>
        <dsp:cNvSpPr/>
      </dsp:nvSpPr>
      <dsp:spPr>
        <a:xfrm>
          <a:off x="3349" y="1627973"/>
          <a:ext cx="1307812" cy="523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Introduction to Networking</a:t>
          </a:r>
        </a:p>
      </dsp:txBody>
      <dsp:txXfrm>
        <a:off x="3349" y="1627973"/>
        <a:ext cx="1307812" cy="523125"/>
      </dsp:txXfrm>
    </dsp:sp>
    <dsp:sp modelId="{86657251-51A2-498F-909E-403919423658}">
      <dsp:nvSpPr>
        <dsp:cNvPr id="0" name=""/>
        <dsp:cNvSpPr/>
      </dsp:nvSpPr>
      <dsp:spPr>
        <a:xfrm>
          <a:off x="1899677" y="807559"/>
          <a:ext cx="588515" cy="58851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A4E17E-F84C-43FD-AAE2-E7A2DD6287CA}">
      <dsp:nvSpPr>
        <dsp:cNvPr id="0" name=""/>
        <dsp:cNvSpPr/>
      </dsp:nvSpPr>
      <dsp:spPr>
        <a:xfrm>
          <a:off x="1540028" y="1627973"/>
          <a:ext cx="1307812" cy="523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Security Principles</a:t>
          </a:r>
        </a:p>
      </dsp:txBody>
      <dsp:txXfrm>
        <a:off x="1540028" y="1627973"/>
        <a:ext cx="1307812" cy="523125"/>
      </dsp:txXfrm>
    </dsp:sp>
    <dsp:sp modelId="{EC4C4E4E-7A82-4860-93E3-A4E703DB2868}">
      <dsp:nvSpPr>
        <dsp:cNvPr id="0" name=""/>
        <dsp:cNvSpPr/>
      </dsp:nvSpPr>
      <dsp:spPr>
        <a:xfrm>
          <a:off x="3436357" y="807559"/>
          <a:ext cx="588515" cy="58851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2A4B25-2CF7-4849-8880-CB21A2015F78}">
      <dsp:nvSpPr>
        <dsp:cNvPr id="0" name=""/>
        <dsp:cNvSpPr/>
      </dsp:nvSpPr>
      <dsp:spPr>
        <a:xfrm>
          <a:off x="3076708" y="1627973"/>
          <a:ext cx="1307812" cy="523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Computer Organization</a:t>
          </a:r>
        </a:p>
      </dsp:txBody>
      <dsp:txXfrm>
        <a:off x="3076708" y="1627973"/>
        <a:ext cx="1307812" cy="523125"/>
      </dsp:txXfrm>
    </dsp:sp>
    <dsp:sp modelId="{2FA181F3-CF1E-40FF-8096-D416CC3656DB}">
      <dsp:nvSpPr>
        <dsp:cNvPr id="0" name=""/>
        <dsp:cNvSpPr/>
      </dsp:nvSpPr>
      <dsp:spPr>
        <a:xfrm>
          <a:off x="4973036" y="807559"/>
          <a:ext cx="588515" cy="58851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186716-7866-4D45-957E-2B84E09C2112}">
      <dsp:nvSpPr>
        <dsp:cNvPr id="0" name=""/>
        <dsp:cNvSpPr/>
      </dsp:nvSpPr>
      <dsp:spPr>
        <a:xfrm>
          <a:off x="4613388" y="1627973"/>
          <a:ext cx="1307812" cy="523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Network Security</a:t>
          </a:r>
        </a:p>
      </dsp:txBody>
      <dsp:txXfrm>
        <a:off x="4613388" y="1627973"/>
        <a:ext cx="1307812" cy="523125"/>
      </dsp:txXfrm>
    </dsp:sp>
    <dsp:sp modelId="{83B01080-49C6-47B0-9E8C-C60E8CFF4AB4}">
      <dsp:nvSpPr>
        <dsp:cNvPr id="0" name=""/>
        <dsp:cNvSpPr/>
      </dsp:nvSpPr>
      <dsp:spPr>
        <a:xfrm>
          <a:off x="362997" y="2478051"/>
          <a:ext cx="588515" cy="58851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B691E7-D3B7-4201-A861-647C9DCF1513}">
      <dsp:nvSpPr>
        <dsp:cNvPr id="0" name=""/>
        <dsp:cNvSpPr/>
      </dsp:nvSpPr>
      <dsp:spPr>
        <a:xfrm>
          <a:off x="3349" y="3298465"/>
          <a:ext cx="1307812" cy="523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Computer Security</a:t>
          </a:r>
        </a:p>
      </dsp:txBody>
      <dsp:txXfrm>
        <a:off x="3349" y="3298465"/>
        <a:ext cx="1307812" cy="523125"/>
      </dsp:txXfrm>
    </dsp:sp>
    <dsp:sp modelId="{691FF50D-2CFC-4BF3-9172-E80053B52528}">
      <dsp:nvSpPr>
        <dsp:cNvPr id="0" name=""/>
        <dsp:cNvSpPr/>
      </dsp:nvSpPr>
      <dsp:spPr>
        <a:xfrm>
          <a:off x="1899677" y="2478051"/>
          <a:ext cx="588515" cy="588515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2CDAEE-5CF3-473D-9B2E-1939B4CB621E}">
      <dsp:nvSpPr>
        <dsp:cNvPr id="0" name=""/>
        <dsp:cNvSpPr/>
      </dsp:nvSpPr>
      <dsp:spPr>
        <a:xfrm>
          <a:off x="1540028" y="3298465"/>
          <a:ext cx="1307812" cy="523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Data Structures</a:t>
          </a:r>
        </a:p>
      </dsp:txBody>
      <dsp:txXfrm>
        <a:off x="1540028" y="3298465"/>
        <a:ext cx="1307812" cy="523125"/>
      </dsp:txXfrm>
    </dsp:sp>
    <dsp:sp modelId="{8B19C580-CB86-49D9-9F99-68B7AF14FBD1}">
      <dsp:nvSpPr>
        <dsp:cNvPr id="0" name=""/>
        <dsp:cNvSpPr/>
      </dsp:nvSpPr>
      <dsp:spPr>
        <a:xfrm>
          <a:off x="3436357" y="2478051"/>
          <a:ext cx="588515" cy="588515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7F3B9F-21BC-4311-BE7C-6077D8DA7113}">
      <dsp:nvSpPr>
        <dsp:cNvPr id="0" name=""/>
        <dsp:cNvSpPr/>
      </dsp:nvSpPr>
      <dsp:spPr>
        <a:xfrm>
          <a:off x="3076708" y="3298465"/>
          <a:ext cx="1307812" cy="523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Assembly Language</a:t>
          </a:r>
        </a:p>
      </dsp:txBody>
      <dsp:txXfrm>
        <a:off x="3076708" y="3298465"/>
        <a:ext cx="1307812" cy="523125"/>
      </dsp:txXfrm>
    </dsp:sp>
    <dsp:sp modelId="{D9A0388B-2A0F-44CA-9879-758D4F6D2CF2}">
      <dsp:nvSpPr>
        <dsp:cNvPr id="0" name=""/>
        <dsp:cNvSpPr/>
      </dsp:nvSpPr>
      <dsp:spPr>
        <a:xfrm>
          <a:off x="4973036" y="2478051"/>
          <a:ext cx="588515" cy="588515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E9B2BF-59E4-4D24-839D-4411DF396E8C}">
      <dsp:nvSpPr>
        <dsp:cNvPr id="0" name=""/>
        <dsp:cNvSpPr/>
      </dsp:nvSpPr>
      <dsp:spPr>
        <a:xfrm>
          <a:off x="4613388" y="3298465"/>
          <a:ext cx="1307812" cy="523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Network Forensics</a:t>
          </a:r>
        </a:p>
      </dsp:txBody>
      <dsp:txXfrm>
        <a:off x="4613388" y="3298465"/>
        <a:ext cx="1307812" cy="52312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59504C-6CCD-4234-9383-59EFE6DE3F50}">
      <dsp:nvSpPr>
        <dsp:cNvPr id="0" name=""/>
        <dsp:cNvSpPr/>
      </dsp:nvSpPr>
      <dsp:spPr>
        <a:xfrm>
          <a:off x="0" y="395"/>
          <a:ext cx="5924550" cy="54451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503090-0B1E-4855-BA11-92C69490EA22}">
      <dsp:nvSpPr>
        <dsp:cNvPr id="0" name=""/>
        <dsp:cNvSpPr/>
      </dsp:nvSpPr>
      <dsp:spPr>
        <a:xfrm>
          <a:off x="164715" y="122910"/>
          <a:ext cx="299482" cy="2994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00B019-2CCC-4467-825E-1099F8E8B8D1}">
      <dsp:nvSpPr>
        <dsp:cNvPr id="0" name=""/>
        <dsp:cNvSpPr/>
      </dsp:nvSpPr>
      <dsp:spPr>
        <a:xfrm>
          <a:off x="628912" y="395"/>
          <a:ext cx="5295637" cy="5445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628" tIns="57628" rIns="57628" bIns="57628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Eli-The Computer Guy</a:t>
          </a:r>
        </a:p>
      </dsp:txBody>
      <dsp:txXfrm>
        <a:off x="628912" y="395"/>
        <a:ext cx="5295637" cy="544512"/>
      </dsp:txXfrm>
    </dsp:sp>
    <dsp:sp modelId="{1BCB30BA-3F9C-4C61-8832-33625FEE06BE}">
      <dsp:nvSpPr>
        <dsp:cNvPr id="0" name=""/>
        <dsp:cNvSpPr/>
      </dsp:nvSpPr>
      <dsp:spPr>
        <a:xfrm>
          <a:off x="0" y="681036"/>
          <a:ext cx="5924550" cy="54451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4A4694-D517-42C3-856F-FC59D9A8775C}">
      <dsp:nvSpPr>
        <dsp:cNvPr id="0" name=""/>
        <dsp:cNvSpPr/>
      </dsp:nvSpPr>
      <dsp:spPr>
        <a:xfrm>
          <a:off x="164715" y="803551"/>
          <a:ext cx="299482" cy="2994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2E6F6D-1D6E-45EE-BDCE-DEA62C1DB3F1}">
      <dsp:nvSpPr>
        <dsp:cNvPr id="0" name=""/>
        <dsp:cNvSpPr/>
      </dsp:nvSpPr>
      <dsp:spPr>
        <a:xfrm>
          <a:off x="628912" y="681036"/>
          <a:ext cx="5295637" cy="5445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628" tIns="57628" rIns="57628" bIns="57628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Hack-The-Box</a:t>
          </a:r>
        </a:p>
      </dsp:txBody>
      <dsp:txXfrm>
        <a:off x="628912" y="681036"/>
        <a:ext cx="5295637" cy="544512"/>
      </dsp:txXfrm>
    </dsp:sp>
    <dsp:sp modelId="{6AE31BBF-91B8-4C8F-93C6-EF6CBB65A443}">
      <dsp:nvSpPr>
        <dsp:cNvPr id="0" name=""/>
        <dsp:cNvSpPr/>
      </dsp:nvSpPr>
      <dsp:spPr>
        <a:xfrm>
          <a:off x="0" y="1361677"/>
          <a:ext cx="5924550" cy="54451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ACBAA7-5333-4B5C-AAAB-633C4FCD50D5}">
      <dsp:nvSpPr>
        <dsp:cNvPr id="0" name=""/>
        <dsp:cNvSpPr/>
      </dsp:nvSpPr>
      <dsp:spPr>
        <a:xfrm>
          <a:off x="164715" y="1484192"/>
          <a:ext cx="299482" cy="29948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CC94AD-78F0-40F8-A254-33A3E7F8252C}">
      <dsp:nvSpPr>
        <dsp:cNvPr id="0" name=""/>
        <dsp:cNvSpPr/>
      </dsp:nvSpPr>
      <dsp:spPr>
        <a:xfrm>
          <a:off x="628912" y="1361677"/>
          <a:ext cx="5295637" cy="5445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628" tIns="57628" rIns="57628" bIns="57628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Network Surveillance and Protection Group</a:t>
          </a:r>
        </a:p>
      </dsp:txBody>
      <dsp:txXfrm>
        <a:off x="628912" y="1361677"/>
        <a:ext cx="5295637" cy="544512"/>
      </dsp:txXfrm>
    </dsp:sp>
    <dsp:sp modelId="{56BFF5A9-9140-4E06-9E0D-7612A1884EA7}">
      <dsp:nvSpPr>
        <dsp:cNvPr id="0" name=""/>
        <dsp:cNvSpPr/>
      </dsp:nvSpPr>
      <dsp:spPr>
        <a:xfrm>
          <a:off x="0" y="2042318"/>
          <a:ext cx="5924550" cy="54451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8D2CBE-D3AB-4424-9C54-985492F08A3D}">
      <dsp:nvSpPr>
        <dsp:cNvPr id="0" name=""/>
        <dsp:cNvSpPr/>
      </dsp:nvSpPr>
      <dsp:spPr>
        <a:xfrm>
          <a:off x="164715" y="2164833"/>
          <a:ext cx="299482" cy="29948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5BEE05-1A91-4413-A6F0-2D2AB6BBF9EF}">
      <dsp:nvSpPr>
        <dsp:cNvPr id="0" name=""/>
        <dsp:cNvSpPr/>
      </dsp:nvSpPr>
      <dsp:spPr>
        <a:xfrm>
          <a:off x="628912" y="2042318"/>
          <a:ext cx="5295637" cy="5445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628" tIns="57628" rIns="57628" bIns="57628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Capture the Flag Events</a:t>
          </a:r>
        </a:p>
      </dsp:txBody>
      <dsp:txXfrm>
        <a:off x="628912" y="2042318"/>
        <a:ext cx="5295637" cy="544512"/>
      </dsp:txXfrm>
    </dsp:sp>
    <dsp:sp modelId="{C1C040C6-C2BA-4FEC-8681-093066FAEFF7}">
      <dsp:nvSpPr>
        <dsp:cNvPr id="0" name=""/>
        <dsp:cNvSpPr/>
      </dsp:nvSpPr>
      <dsp:spPr>
        <a:xfrm>
          <a:off x="0" y="2722959"/>
          <a:ext cx="5924550" cy="54451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BDC0F2-BA56-4BBD-94B3-D443DD1309F2}">
      <dsp:nvSpPr>
        <dsp:cNvPr id="0" name=""/>
        <dsp:cNvSpPr/>
      </dsp:nvSpPr>
      <dsp:spPr>
        <a:xfrm>
          <a:off x="164715" y="2845474"/>
          <a:ext cx="299482" cy="29948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7DADA1-3BCE-4A0F-AF1C-327120F1A9A8}">
      <dsp:nvSpPr>
        <dsp:cNvPr id="0" name=""/>
        <dsp:cNvSpPr/>
      </dsp:nvSpPr>
      <dsp:spPr>
        <a:xfrm>
          <a:off x="628912" y="2722959"/>
          <a:ext cx="5295637" cy="5445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628" tIns="57628" rIns="57628" bIns="57628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OSCP Certification</a:t>
          </a:r>
        </a:p>
      </dsp:txBody>
      <dsp:txXfrm>
        <a:off x="628912" y="2722959"/>
        <a:ext cx="5295637" cy="544512"/>
      </dsp:txXfrm>
    </dsp:sp>
    <dsp:sp modelId="{5619A7DE-AA28-4ECE-A011-17D9A3086DD8}">
      <dsp:nvSpPr>
        <dsp:cNvPr id="0" name=""/>
        <dsp:cNvSpPr/>
      </dsp:nvSpPr>
      <dsp:spPr>
        <a:xfrm>
          <a:off x="0" y="3403600"/>
          <a:ext cx="5924550" cy="54451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854623-35EA-4688-A3EC-7FFD06470208}">
      <dsp:nvSpPr>
        <dsp:cNvPr id="0" name=""/>
        <dsp:cNvSpPr/>
      </dsp:nvSpPr>
      <dsp:spPr>
        <a:xfrm>
          <a:off x="164715" y="3526116"/>
          <a:ext cx="299482" cy="29948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D6A993-AB49-4C5A-BA4C-835EF9F5AC99}">
      <dsp:nvSpPr>
        <dsp:cNvPr id="0" name=""/>
        <dsp:cNvSpPr/>
      </dsp:nvSpPr>
      <dsp:spPr>
        <a:xfrm>
          <a:off x="628912" y="3403600"/>
          <a:ext cx="5295637" cy="5445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628" tIns="57628" rIns="57628" bIns="57628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Cooperative Education</a:t>
          </a:r>
        </a:p>
      </dsp:txBody>
      <dsp:txXfrm>
        <a:off x="628912" y="3403600"/>
        <a:ext cx="5295637" cy="544512"/>
      </dsp:txXfrm>
    </dsp:sp>
    <dsp:sp modelId="{2DB44800-35FA-45DF-ABDC-592733A8F605}">
      <dsp:nvSpPr>
        <dsp:cNvPr id="0" name=""/>
        <dsp:cNvSpPr/>
      </dsp:nvSpPr>
      <dsp:spPr>
        <a:xfrm>
          <a:off x="0" y="4084241"/>
          <a:ext cx="5924550" cy="54451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76CACE-AB43-45A8-B675-80AA2BBEEA7D}">
      <dsp:nvSpPr>
        <dsp:cNvPr id="0" name=""/>
        <dsp:cNvSpPr/>
      </dsp:nvSpPr>
      <dsp:spPr>
        <a:xfrm>
          <a:off x="164715" y="4206757"/>
          <a:ext cx="299482" cy="299482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55EBFD-D670-4C92-B1A1-38F383C8C5E7}">
      <dsp:nvSpPr>
        <dsp:cNvPr id="0" name=""/>
        <dsp:cNvSpPr/>
      </dsp:nvSpPr>
      <dsp:spPr>
        <a:xfrm>
          <a:off x="628912" y="4084241"/>
          <a:ext cx="5295637" cy="5445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628" tIns="57628" rIns="57628" bIns="57628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Self-Study</a:t>
          </a:r>
        </a:p>
      </dsp:txBody>
      <dsp:txXfrm>
        <a:off x="628912" y="4084241"/>
        <a:ext cx="5295637" cy="5445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9CB07C-373A-481C-A77B-649ECDF6016C}">
      <dsp:nvSpPr>
        <dsp:cNvPr id="0" name=""/>
        <dsp:cNvSpPr/>
      </dsp:nvSpPr>
      <dsp:spPr>
        <a:xfrm>
          <a:off x="0" y="565"/>
          <a:ext cx="5924550" cy="132229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0F511A-22A4-49F1-A23C-A89F22E1F793}">
      <dsp:nvSpPr>
        <dsp:cNvPr id="0" name=""/>
        <dsp:cNvSpPr/>
      </dsp:nvSpPr>
      <dsp:spPr>
        <a:xfrm>
          <a:off x="399993" y="298080"/>
          <a:ext cx="727260" cy="7272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8A83D5-0312-4235-8147-BD93C51239DF}">
      <dsp:nvSpPr>
        <dsp:cNvPr id="0" name=""/>
        <dsp:cNvSpPr/>
      </dsp:nvSpPr>
      <dsp:spPr>
        <a:xfrm>
          <a:off x="1527246" y="565"/>
          <a:ext cx="4397303" cy="13222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943" tIns="139943" rIns="139943" bIns="13994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System of Software designed to automate the delivery of a kernel-level persistence device.</a:t>
          </a:r>
        </a:p>
      </dsp:txBody>
      <dsp:txXfrm>
        <a:off x="1527246" y="565"/>
        <a:ext cx="4397303" cy="1322291"/>
      </dsp:txXfrm>
    </dsp:sp>
    <dsp:sp modelId="{EBEE055A-D2F1-4581-8705-7AE236285E46}">
      <dsp:nvSpPr>
        <dsp:cNvPr id="0" name=""/>
        <dsp:cNvSpPr/>
      </dsp:nvSpPr>
      <dsp:spPr>
        <a:xfrm>
          <a:off x="0" y="1653429"/>
          <a:ext cx="5924550" cy="132229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48E7ED-5957-40DE-8FB0-3CB4C95C9CC4}">
      <dsp:nvSpPr>
        <dsp:cNvPr id="0" name=""/>
        <dsp:cNvSpPr/>
      </dsp:nvSpPr>
      <dsp:spPr>
        <a:xfrm>
          <a:off x="399993" y="1950944"/>
          <a:ext cx="727260" cy="7272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850CAF-4CCC-4D71-A282-C8F3E9256D7D}">
      <dsp:nvSpPr>
        <dsp:cNvPr id="0" name=""/>
        <dsp:cNvSpPr/>
      </dsp:nvSpPr>
      <dsp:spPr>
        <a:xfrm>
          <a:off x="1527246" y="1653429"/>
          <a:ext cx="2666047" cy="13222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943" tIns="139943" rIns="139943" bIns="13994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Consisting of 2 components.</a:t>
          </a:r>
        </a:p>
      </dsp:txBody>
      <dsp:txXfrm>
        <a:off x="1527246" y="1653429"/>
        <a:ext cx="2666047" cy="1322291"/>
      </dsp:txXfrm>
    </dsp:sp>
    <dsp:sp modelId="{C14CFE5D-D2C3-439A-BFBE-8E4B262DC766}">
      <dsp:nvSpPr>
        <dsp:cNvPr id="0" name=""/>
        <dsp:cNvSpPr/>
      </dsp:nvSpPr>
      <dsp:spPr>
        <a:xfrm>
          <a:off x="4193294" y="1653429"/>
          <a:ext cx="1731255" cy="13222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943" tIns="139943" rIns="139943" bIns="139943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Dispersal and Distribution Driver (Automation System)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Primary System Driver (Rootkit)</a:t>
          </a:r>
        </a:p>
      </dsp:txBody>
      <dsp:txXfrm>
        <a:off x="4193294" y="1653429"/>
        <a:ext cx="1731255" cy="1322291"/>
      </dsp:txXfrm>
    </dsp:sp>
    <dsp:sp modelId="{C72A7403-2EBA-4062-A03F-1F55E85CF3B8}">
      <dsp:nvSpPr>
        <dsp:cNvPr id="0" name=""/>
        <dsp:cNvSpPr/>
      </dsp:nvSpPr>
      <dsp:spPr>
        <a:xfrm>
          <a:off x="0" y="3306293"/>
          <a:ext cx="5924550" cy="132229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8F168C-D836-44C5-997A-523CE0AB9DB7}">
      <dsp:nvSpPr>
        <dsp:cNvPr id="0" name=""/>
        <dsp:cNvSpPr/>
      </dsp:nvSpPr>
      <dsp:spPr>
        <a:xfrm>
          <a:off x="399993" y="3603809"/>
          <a:ext cx="727260" cy="72726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526569-C14E-40EF-8F8D-BB7787766D08}">
      <dsp:nvSpPr>
        <dsp:cNvPr id="0" name=""/>
        <dsp:cNvSpPr/>
      </dsp:nvSpPr>
      <dsp:spPr>
        <a:xfrm>
          <a:off x="1527246" y="3306293"/>
          <a:ext cx="4397303" cy="13222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943" tIns="139943" rIns="139943" bIns="13994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Windows 7 oriented to demonstrate contemporary, yet achievable results.</a:t>
          </a:r>
        </a:p>
      </dsp:txBody>
      <dsp:txXfrm>
        <a:off x="1527246" y="3306293"/>
        <a:ext cx="4397303" cy="132229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46F6A6-15D2-4784-B9F1-0CB333D6A2F8}">
      <dsp:nvSpPr>
        <dsp:cNvPr id="0" name=""/>
        <dsp:cNvSpPr/>
      </dsp:nvSpPr>
      <dsp:spPr>
        <a:xfrm>
          <a:off x="0" y="1921"/>
          <a:ext cx="5924550" cy="97374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640941-FEC7-476C-A55F-49DC977CE908}">
      <dsp:nvSpPr>
        <dsp:cNvPr id="0" name=""/>
        <dsp:cNvSpPr/>
      </dsp:nvSpPr>
      <dsp:spPr>
        <a:xfrm>
          <a:off x="294559" y="221014"/>
          <a:ext cx="535561" cy="53556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18318F-182F-464E-9365-5FA30975F39C}">
      <dsp:nvSpPr>
        <dsp:cNvPr id="0" name=""/>
        <dsp:cNvSpPr/>
      </dsp:nvSpPr>
      <dsp:spPr>
        <a:xfrm>
          <a:off x="1124680" y="1921"/>
          <a:ext cx="4799869" cy="9737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055" tIns="103055" rIns="103055" bIns="10305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Research individual tasks to achieve a technical understanding of our ideal methods.</a:t>
          </a:r>
        </a:p>
      </dsp:txBody>
      <dsp:txXfrm>
        <a:off x="1124680" y="1921"/>
        <a:ext cx="4799869" cy="973748"/>
      </dsp:txXfrm>
    </dsp:sp>
    <dsp:sp modelId="{CA6D8B38-08D2-4C81-A49E-E04BB9CC35C4}">
      <dsp:nvSpPr>
        <dsp:cNvPr id="0" name=""/>
        <dsp:cNvSpPr/>
      </dsp:nvSpPr>
      <dsp:spPr>
        <a:xfrm>
          <a:off x="0" y="1219107"/>
          <a:ext cx="5924550" cy="97374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5CA26C-E6A0-449C-93DF-C864B1F680E9}">
      <dsp:nvSpPr>
        <dsp:cNvPr id="0" name=""/>
        <dsp:cNvSpPr/>
      </dsp:nvSpPr>
      <dsp:spPr>
        <a:xfrm>
          <a:off x="294559" y="1438200"/>
          <a:ext cx="535561" cy="53556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188727-9D5A-49E7-8A03-8689DF60FC7A}">
      <dsp:nvSpPr>
        <dsp:cNvPr id="0" name=""/>
        <dsp:cNvSpPr/>
      </dsp:nvSpPr>
      <dsp:spPr>
        <a:xfrm>
          <a:off x="1124680" y="1219107"/>
          <a:ext cx="4799869" cy="9737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055" tIns="103055" rIns="103055" bIns="10305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Set weekly goals.</a:t>
          </a:r>
        </a:p>
      </dsp:txBody>
      <dsp:txXfrm>
        <a:off x="1124680" y="1219107"/>
        <a:ext cx="4799869" cy="973748"/>
      </dsp:txXfrm>
    </dsp:sp>
    <dsp:sp modelId="{9866242D-CB5B-4BDA-9BB2-747D2E0A201E}">
      <dsp:nvSpPr>
        <dsp:cNvPr id="0" name=""/>
        <dsp:cNvSpPr/>
      </dsp:nvSpPr>
      <dsp:spPr>
        <a:xfrm>
          <a:off x="0" y="2436293"/>
          <a:ext cx="5924550" cy="97374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CB500F-99C8-4282-97F0-5B4B386BBD4D}">
      <dsp:nvSpPr>
        <dsp:cNvPr id="0" name=""/>
        <dsp:cNvSpPr/>
      </dsp:nvSpPr>
      <dsp:spPr>
        <a:xfrm>
          <a:off x="294559" y="2655387"/>
          <a:ext cx="535561" cy="53556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DD2693-3EEA-4CFE-B9AE-C00368B9B175}">
      <dsp:nvSpPr>
        <dsp:cNvPr id="0" name=""/>
        <dsp:cNvSpPr/>
      </dsp:nvSpPr>
      <dsp:spPr>
        <a:xfrm>
          <a:off x="1124680" y="2436293"/>
          <a:ext cx="4799869" cy="9737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055" tIns="103055" rIns="103055" bIns="10305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Develop software in modular steps.</a:t>
          </a:r>
        </a:p>
      </dsp:txBody>
      <dsp:txXfrm>
        <a:off x="1124680" y="2436293"/>
        <a:ext cx="4799869" cy="973748"/>
      </dsp:txXfrm>
    </dsp:sp>
    <dsp:sp modelId="{B35132F4-89E4-4028-8F57-8A3C2CE3D65E}">
      <dsp:nvSpPr>
        <dsp:cNvPr id="0" name=""/>
        <dsp:cNvSpPr/>
      </dsp:nvSpPr>
      <dsp:spPr>
        <a:xfrm>
          <a:off x="0" y="3653479"/>
          <a:ext cx="5924550" cy="97374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0AF79E-D452-4A97-AFA5-6E2C983AB78A}">
      <dsp:nvSpPr>
        <dsp:cNvPr id="0" name=""/>
        <dsp:cNvSpPr/>
      </dsp:nvSpPr>
      <dsp:spPr>
        <a:xfrm>
          <a:off x="294559" y="3872573"/>
          <a:ext cx="535561" cy="53556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4AF517-9463-41CC-A841-23DAFF311549}">
      <dsp:nvSpPr>
        <dsp:cNvPr id="0" name=""/>
        <dsp:cNvSpPr/>
      </dsp:nvSpPr>
      <dsp:spPr>
        <a:xfrm>
          <a:off x="1124680" y="3653479"/>
          <a:ext cx="4799869" cy="9737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055" tIns="103055" rIns="103055" bIns="10305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Create an expandable framework to include additional strategies and methods further into development.</a:t>
          </a:r>
        </a:p>
      </dsp:txBody>
      <dsp:txXfrm>
        <a:off x="1124680" y="3653479"/>
        <a:ext cx="4799869" cy="9737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A80C7-6D53-4979-9329-97230A5BCB28}" type="datetimeFigureOut">
              <a:rPr lang="en-US" smtClean="0"/>
              <a:t>8/11/2019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E458F-49D0-4D5B-BAC0-5C51726D9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284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A80C7-6D53-4979-9329-97230A5BCB28}" type="datetimeFigureOut">
              <a:rPr lang="en-US" smtClean="0"/>
              <a:t>8/11/2019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E458F-49D0-4D5B-BAC0-5C51726D9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426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A80C7-6D53-4979-9329-97230A5BCB28}" type="datetimeFigureOut">
              <a:rPr lang="en-US" smtClean="0"/>
              <a:t>8/11/2019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E458F-49D0-4D5B-BAC0-5C51726D9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328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A80C7-6D53-4979-9329-97230A5BCB28}" type="datetimeFigureOut">
              <a:rPr lang="en-US" smtClean="0"/>
              <a:t>8/11/2019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E458F-49D0-4D5B-BAC0-5C51726D9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552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A80C7-6D53-4979-9329-97230A5BCB28}" type="datetimeFigureOut">
              <a:rPr lang="en-US" smtClean="0"/>
              <a:t>8/11/2019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E458F-49D0-4D5B-BAC0-5C51726D9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129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A80C7-6D53-4979-9329-97230A5BCB28}" type="datetimeFigureOut">
              <a:rPr lang="en-US" smtClean="0"/>
              <a:t>8/11/2019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E458F-49D0-4D5B-BAC0-5C51726D9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920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A80C7-6D53-4979-9329-97230A5BCB28}" type="datetimeFigureOut">
              <a:rPr lang="en-US" smtClean="0"/>
              <a:t>8/11/2019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E458F-49D0-4D5B-BAC0-5C51726D9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73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A80C7-6D53-4979-9329-97230A5BCB28}" type="datetimeFigureOut">
              <a:rPr lang="en-US" smtClean="0"/>
              <a:t>8/11/2019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E458F-49D0-4D5B-BAC0-5C51726D9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200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A80C7-6D53-4979-9329-97230A5BCB28}" type="datetimeFigureOut">
              <a:rPr lang="en-US" smtClean="0"/>
              <a:t>8/11/2019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E458F-49D0-4D5B-BAC0-5C51726D9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8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A80C7-6D53-4979-9329-97230A5BCB28}" type="datetimeFigureOut">
              <a:rPr lang="en-US" smtClean="0"/>
              <a:t>8/11/2019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E458F-49D0-4D5B-BAC0-5C51726D9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372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A80C7-6D53-4979-9329-97230A5BCB28}" type="datetimeFigureOut">
              <a:rPr lang="en-US" smtClean="0"/>
              <a:t>8/11/2019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E458F-49D0-4D5B-BAC0-5C51726D9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8309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A80C7-6D53-4979-9329-97230A5BCB28}" type="datetimeFigureOut">
              <a:rPr lang="en-US" smtClean="0"/>
              <a:t>8/11/2019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E458F-49D0-4D5B-BAC0-5C51726D9CF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0917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A80C7-6D53-4979-9329-97230A5BCB28}" type="datetimeFigureOut">
              <a:rPr lang="en-US" smtClean="0"/>
              <a:t>8/11/2019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E458F-49D0-4D5B-BAC0-5C51726D9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4962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A80C7-6D53-4979-9329-97230A5BCB28}" type="datetimeFigureOut">
              <a:rPr lang="en-US" smtClean="0"/>
              <a:t>8/11/2019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E458F-49D0-4D5B-BAC0-5C51726D9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7267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A80C7-6D53-4979-9329-97230A5BCB28}" type="datetimeFigureOut">
              <a:rPr lang="en-US" smtClean="0"/>
              <a:t>8/11/2019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E458F-49D0-4D5B-BAC0-5C51726D9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2450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A80C7-6D53-4979-9329-97230A5BCB28}" type="datetimeFigureOut">
              <a:rPr lang="en-US" smtClean="0"/>
              <a:t>8/11/2019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E458F-49D0-4D5B-BAC0-5C51726D9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0580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A80C7-6D53-4979-9329-97230A5BCB28}" type="datetimeFigureOut">
              <a:rPr lang="en-US" smtClean="0"/>
              <a:t>8/11/2019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E458F-49D0-4D5B-BAC0-5C51726D9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673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CA80C7-6D53-4979-9329-97230A5BCB28}" type="datetimeFigureOut">
              <a:rPr lang="en-US" smtClean="0"/>
              <a:t>8/11/2019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9E458F-49D0-4D5B-BAC0-5C51726D9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0620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6DBB1A9-22FF-46E7-97B9-AE54774753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8B24AF-BBB7-4C42-BDE8-056107D46D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2703" y="1289888"/>
            <a:ext cx="5854698" cy="4278224"/>
          </a:xfrm>
        </p:spPr>
        <p:txBody>
          <a:bodyPr anchor="ctr">
            <a:normAutofit/>
          </a:bodyPr>
          <a:lstStyle/>
          <a:p>
            <a:pPr algn="r"/>
            <a:r>
              <a:rPr lang="en-US" sz="5400"/>
              <a:t>The Backlash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EB0E91-97A4-4AB0-863B-E8D279F575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18221" y="1289889"/>
            <a:ext cx="2989891" cy="4278223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By Ryan Hale and Humphrey Ajike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A1AAD47-56AD-4EE6-A88C-981D060D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27811" y="2473325"/>
            <a:ext cx="0" cy="191135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8077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68125-C395-430F-B30B-A05554515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A2AC96-1E47-421C-A03F-F98E354EB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95500"/>
            <a:ext cx="12192000" cy="476250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0A7676A-58D0-4150-92F2-784A3B9FF1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5118158"/>
              </p:ext>
            </p:extLst>
          </p:nvPr>
        </p:nvGraphicFramePr>
        <p:xfrm>
          <a:off x="914400" y="2417233"/>
          <a:ext cx="10353675" cy="33058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8764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C1689-45DD-4396-B717-16692E23A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475" y="609600"/>
            <a:ext cx="3643150" cy="5603310"/>
          </a:xfrm>
        </p:spPr>
        <p:txBody>
          <a:bodyPr>
            <a:normAutofit/>
          </a:bodyPr>
          <a:lstStyle/>
          <a:p>
            <a:r>
              <a:rPr lang="en-US" dirty="0"/>
              <a:t>Curricular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3EC3FA3-E4DB-4F72-A75E-5864EC912A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2709789"/>
              </p:ext>
            </p:extLst>
          </p:nvPr>
        </p:nvGraphicFramePr>
        <p:xfrm>
          <a:off x="5127625" y="1114425"/>
          <a:ext cx="5924550" cy="4629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95899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3E4C-B7E4-429E-A865-09FD47FD6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475" y="609600"/>
            <a:ext cx="3643150" cy="5603310"/>
          </a:xfrm>
        </p:spPr>
        <p:txBody>
          <a:bodyPr>
            <a:normAutofit/>
          </a:bodyPr>
          <a:lstStyle/>
          <a:p>
            <a:r>
              <a:rPr lang="en-US" dirty="0"/>
              <a:t>Extra-Curricular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99C3473-097B-4221-9138-89F40730C7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9517248"/>
              </p:ext>
            </p:extLst>
          </p:nvPr>
        </p:nvGraphicFramePr>
        <p:xfrm>
          <a:off x="5127625" y="1114425"/>
          <a:ext cx="5924550" cy="4629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88464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A09D9-FEAC-4FA9-BDD9-C819B6757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475" y="609600"/>
            <a:ext cx="3643150" cy="5603310"/>
          </a:xfrm>
        </p:spPr>
        <p:txBody>
          <a:bodyPr>
            <a:normAutofit/>
          </a:bodyPr>
          <a:lstStyle/>
          <a:p>
            <a:r>
              <a:rPr lang="en-US" dirty="0"/>
              <a:t>The Backlash System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19A95FB-B8F9-44F4-AC5D-772107AF3A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1369030"/>
              </p:ext>
            </p:extLst>
          </p:nvPr>
        </p:nvGraphicFramePr>
        <p:xfrm>
          <a:off x="5127625" y="1114425"/>
          <a:ext cx="5924550" cy="4629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6065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59E787A-A567-464A-BB9E-E9B95AA41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A476B5-55AD-43A1-B1FB-5AC76B54F0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picture containing screenshot&#10;&#10;Description automatically generated">
            <a:extLst>
              <a:ext uri="{FF2B5EF4-FFF2-40B4-BE49-F238E27FC236}">
                <a16:creationId xmlns:a16="http://schemas.microsoft.com/office/drawing/2014/main" id="{64969CEE-0183-410F-9AD8-690ADFF62A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070" y="643467"/>
            <a:ext cx="6877860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784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9F178-01F4-474A-82D7-0C18E0140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8" y="0"/>
            <a:ext cx="10353761" cy="1326321"/>
          </a:xfrm>
        </p:spPr>
        <p:txBody>
          <a:bodyPr/>
          <a:lstStyle/>
          <a:p>
            <a:r>
              <a:rPr lang="en-US" dirty="0"/>
              <a:t>Environment</a:t>
            </a:r>
          </a:p>
        </p:txBody>
      </p:sp>
      <p:pic>
        <p:nvPicPr>
          <p:cNvPr id="4" name="Content Placeholder 5" descr="A close up of a map&#10;&#10;Description automatically generated">
            <a:extLst>
              <a:ext uri="{FF2B5EF4-FFF2-40B4-BE49-F238E27FC236}">
                <a16:creationId xmlns:a16="http://schemas.microsoft.com/office/drawing/2014/main" id="{0F609FB6-B523-4685-BFDB-4E5ABC9A48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5905" y="922595"/>
            <a:ext cx="7440190" cy="5794563"/>
          </a:xfrm>
        </p:spPr>
      </p:pic>
    </p:spTree>
    <p:extLst>
      <p:ext uri="{BB962C8B-B14F-4D97-AF65-F5344CB8AC3E}">
        <p14:creationId xmlns:p14="http://schemas.microsoft.com/office/powerpoint/2010/main" val="2275196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C052280-388E-4151-A1EB-5236D4FCCA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E6D498-0C0C-4BFF-8D2B-F072F026F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6" y="927100"/>
            <a:ext cx="3418766" cy="4616450"/>
          </a:xfrm>
        </p:spPr>
        <p:txBody>
          <a:bodyPr>
            <a:normAutofit/>
          </a:bodyPr>
          <a:lstStyle/>
          <a:p>
            <a:r>
              <a:rPr lang="en-US" dirty="0"/>
              <a:t>Utilities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44251C3-E720-4363-8AF0-20AD319374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301359"/>
            <a:ext cx="0" cy="191135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88EB0-F513-4393-91AC-0EBE5AC40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029" y="971549"/>
            <a:ext cx="6291528" cy="4616450"/>
          </a:xfrm>
        </p:spPr>
        <p:txBody>
          <a:bodyPr anchor="ctr">
            <a:normAutofit/>
          </a:bodyPr>
          <a:lstStyle/>
          <a:p>
            <a:r>
              <a:rPr lang="en-US" dirty="0"/>
              <a:t>Python </a:t>
            </a:r>
          </a:p>
          <a:p>
            <a:r>
              <a:rPr lang="en-US" dirty="0" err="1"/>
              <a:t>PyInstaller</a:t>
            </a:r>
            <a:r>
              <a:rPr lang="en-US" dirty="0"/>
              <a:t> </a:t>
            </a:r>
          </a:p>
          <a:p>
            <a:r>
              <a:rPr lang="en-US" dirty="0"/>
              <a:t>C</a:t>
            </a:r>
          </a:p>
          <a:p>
            <a:r>
              <a:rPr lang="en-US" dirty="0"/>
              <a:t>Intel x86 Assembly</a:t>
            </a:r>
          </a:p>
          <a:p>
            <a:r>
              <a:rPr lang="en-US" dirty="0"/>
              <a:t>PowerShell</a:t>
            </a:r>
          </a:p>
          <a:p>
            <a:r>
              <a:rPr lang="en-US" dirty="0"/>
              <a:t>CVE: MS17-010 (Eternal Blue)</a:t>
            </a:r>
          </a:p>
          <a:p>
            <a:r>
              <a:rPr lang="en-US" dirty="0"/>
              <a:t>Windows 7</a:t>
            </a:r>
          </a:p>
          <a:p>
            <a:r>
              <a:rPr lang="en-US" dirty="0"/>
              <a:t>Kali Linux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2473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530E2-7CA5-4510-9F2B-6D2057D86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475" y="609600"/>
            <a:ext cx="3643150" cy="5603310"/>
          </a:xfrm>
        </p:spPr>
        <p:txBody>
          <a:bodyPr>
            <a:normAutofit/>
          </a:bodyPr>
          <a:lstStyle/>
          <a:p>
            <a:r>
              <a:rPr lang="en-US" sz="3100"/>
              <a:t>Development Plan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D0873E0-7B70-4EDD-9D1B-42BAFA4EC2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1024248"/>
              </p:ext>
            </p:extLst>
          </p:nvPr>
        </p:nvGraphicFramePr>
        <p:xfrm>
          <a:off x="5127625" y="1114425"/>
          <a:ext cx="5924550" cy="4629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36600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4F32D-06F4-4280-A701-BD70CF201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099" y="0"/>
            <a:ext cx="10353761" cy="1326321"/>
          </a:xfrm>
        </p:spPr>
        <p:txBody>
          <a:bodyPr/>
          <a:lstStyle/>
          <a:p>
            <a:r>
              <a:rPr lang="en-US" dirty="0"/>
              <a:t>Design</a:t>
            </a:r>
          </a:p>
        </p:txBody>
      </p:sp>
      <p:pic>
        <p:nvPicPr>
          <p:cNvPr id="7" name="Content Placeholder 6" descr="A close up of text on a white surface&#10;&#10;Description automatically generated">
            <a:extLst>
              <a:ext uri="{FF2B5EF4-FFF2-40B4-BE49-F238E27FC236}">
                <a16:creationId xmlns:a16="http://schemas.microsoft.com/office/drawing/2014/main" id="{41CD10A1-E72B-4D5C-BCF4-07C2CE9BCC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2286" y="1142851"/>
            <a:ext cx="7425385" cy="5488646"/>
          </a:xfrm>
        </p:spPr>
      </p:pic>
    </p:spTree>
    <p:extLst>
      <p:ext uri="{BB962C8B-B14F-4D97-AF65-F5344CB8AC3E}">
        <p14:creationId xmlns:p14="http://schemas.microsoft.com/office/powerpoint/2010/main" val="1906741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9B828-CF0A-264A-9508-E07E07693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3361498" cy="1267810"/>
          </a:xfrm>
        </p:spPr>
        <p:txBody>
          <a:bodyPr anchor="b">
            <a:normAutofit/>
          </a:bodyPr>
          <a:lstStyle/>
          <a:p>
            <a:pPr algn="l"/>
            <a:r>
              <a:rPr lang="en-US" sz="2400"/>
              <a:t>Implementation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8FE6EB5-140E-3E41-94F0-08B9CA31A0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2096063"/>
            <a:ext cx="3361498" cy="4028512"/>
          </a:xfrm>
        </p:spPr>
        <p:txBody>
          <a:bodyPr>
            <a:normAutofit/>
          </a:bodyPr>
          <a:lstStyle/>
          <a:p>
            <a:r>
              <a:rPr lang="en-US" sz="1400" dirty="0"/>
              <a:t>Eternal Blue exploit is launched on target machine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007713-5891-46A9-BACA-FAD760FE2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8793" y="733425"/>
            <a:ext cx="6696075" cy="5391150"/>
          </a:xfrm>
          <a:prstGeom prst="rect">
            <a:avLst/>
          </a:prstGeom>
          <a:solidFill>
            <a:schemeClr val="bg2">
              <a:lumMod val="75000"/>
            </a:schemeClr>
          </a:solidFill>
          <a:ln w="190500" cap="sq">
            <a:solidFill>
              <a:schemeClr val="bg2">
                <a:lumMod val="75000"/>
              </a:schemeClr>
            </a:solidFill>
            <a:miter lim="800000"/>
          </a:ln>
          <a:effectLst>
            <a:outerShdw blurRad="54991" dist="17780" dir="5400000" algn="ctr" rotWithShape="0">
              <a:schemeClr val="bg1">
                <a:alpha val="40000"/>
              </a:scheme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BB6AA7-7EAD-4D3B-9335-B6E8BD7E6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3972" y="799817"/>
            <a:ext cx="6565717" cy="5258367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oogle Shape;41;p1">
            <a:extLst>
              <a:ext uri="{FF2B5EF4-FFF2-40B4-BE49-F238E27FC236}">
                <a16:creationId xmlns:a16="http://schemas.microsoft.com/office/drawing/2014/main" id="{B2BD2F9F-8A7C-DA4E-9A0C-FB95792FC3A8}"/>
              </a:ext>
            </a:extLst>
          </p:cNvPr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5170931" y="1491378"/>
            <a:ext cx="5895257" cy="390560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65735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767B0-277D-714C-9145-9FEB171DD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3361498" cy="1267810"/>
          </a:xfrm>
        </p:spPr>
        <p:txBody>
          <a:bodyPr anchor="b">
            <a:normAutofit/>
          </a:bodyPr>
          <a:lstStyle/>
          <a:p>
            <a:pPr algn="l"/>
            <a:r>
              <a:rPr lang="en-US" sz="2400" dirty="0"/>
              <a:t>Implementation Continued II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5DC0D1F-0ED8-FC40-AF06-05FCCB248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2096063"/>
            <a:ext cx="3361498" cy="4028512"/>
          </a:xfrm>
        </p:spPr>
        <p:txBody>
          <a:bodyPr>
            <a:normAutofit/>
          </a:bodyPr>
          <a:lstStyle/>
          <a:p>
            <a:r>
              <a:rPr lang="en-US" sz="1400" dirty="0"/>
              <a:t>Rootkit Driver is then downloaded to the target machine</a:t>
            </a:r>
          </a:p>
          <a:p>
            <a:endParaRPr lang="en-US" sz="1400" dirty="0"/>
          </a:p>
          <a:p>
            <a:endParaRPr lang="en-US" sz="1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007713-5891-46A9-BACA-FAD760FE2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8793" y="733425"/>
            <a:ext cx="6696075" cy="5391150"/>
          </a:xfrm>
          <a:prstGeom prst="rect">
            <a:avLst/>
          </a:prstGeom>
          <a:solidFill>
            <a:schemeClr val="bg2">
              <a:lumMod val="75000"/>
            </a:schemeClr>
          </a:solidFill>
          <a:ln w="190500" cap="sq">
            <a:solidFill>
              <a:schemeClr val="bg2">
                <a:lumMod val="75000"/>
              </a:schemeClr>
            </a:solidFill>
            <a:miter lim="800000"/>
          </a:ln>
          <a:effectLst>
            <a:outerShdw blurRad="54991" dist="17780" dir="5400000" algn="ctr" rotWithShape="0">
              <a:schemeClr val="bg1">
                <a:alpha val="40000"/>
              </a:scheme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4BB6AA7-7EAD-4D3B-9335-B6E8BD7E6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3972" y="799817"/>
            <a:ext cx="6565717" cy="5258367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oogle Shape;42;p1">
            <a:extLst>
              <a:ext uri="{FF2B5EF4-FFF2-40B4-BE49-F238E27FC236}">
                <a16:creationId xmlns:a16="http://schemas.microsoft.com/office/drawing/2014/main" id="{889763B3-AECA-084C-87E8-F6558E364078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/>
          <a:srcRect t="461" b="-43"/>
          <a:stretch/>
        </p:blipFill>
        <p:spPr>
          <a:xfrm>
            <a:off x="5170931" y="2416823"/>
            <a:ext cx="5895257" cy="205471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353233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8DFC8-E9C1-BB40-9E83-3BEE20230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3361498" cy="1267810"/>
          </a:xfrm>
        </p:spPr>
        <p:txBody>
          <a:bodyPr anchor="b">
            <a:normAutofit/>
          </a:bodyPr>
          <a:lstStyle/>
          <a:p>
            <a:pPr algn="l"/>
            <a:r>
              <a:rPr lang="en-US" sz="2400" dirty="0"/>
              <a:t>Implementation Continued III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60824-B3B1-7547-824A-7C33E43B6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2096063"/>
            <a:ext cx="3361498" cy="4028512"/>
          </a:xfrm>
        </p:spPr>
        <p:txBody>
          <a:bodyPr>
            <a:normAutofit/>
          </a:bodyPr>
          <a:lstStyle/>
          <a:p>
            <a:r>
              <a:rPr lang="en-US" sz="1400" dirty="0"/>
              <a:t>Command / Control</a:t>
            </a:r>
          </a:p>
          <a:p>
            <a:r>
              <a:rPr lang="en-US" sz="1400" dirty="0"/>
              <a:t>Installation and running of the Rootkit on target machine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007713-5891-46A9-BACA-FAD760FE2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8793" y="733425"/>
            <a:ext cx="6696075" cy="5391150"/>
          </a:xfrm>
          <a:prstGeom prst="rect">
            <a:avLst/>
          </a:prstGeom>
          <a:solidFill>
            <a:schemeClr val="bg2">
              <a:lumMod val="75000"/>
            </a:schemeClr>
          </a:solidFill>
          <a:ln w="190500" cap="sq">
            <a:solidFill>
              <a:schemeClr val="bg2">
                <a:lumMod val="75000"/>
              </a:schemeClr>
            </a:solidFill>
            <a:miter lim="800000"/>
          </a:ln>
          <a:effectLst>
            <a:outerShdw blurRad="54991" dist="17780" dir="5400000" algn="ctr" rotWithShape="0">
              <a:schemeClr val="bg1">
                <a:alpha val="40000"/>
              </a:scheme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BB6AA7-7EAD-4D3B-9335-B6E8BD7E6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3972" y="799817"/>
            <a:ext cx="6565717" cy="5258367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oogle Shape;43;p1">
            <a:extLst>
              <a:ext uri="{FF2B5EF4-FFF2-40B4-BE49-F238E27FC236}">
                <a16:creationId xmlns:a16="http://schemas.microsoft.com/office/drawing/2014/main" id="{487A1C16-96F9-A546-8349-B0CBAD53DFCE}"/>
              </a:ext>
            </a:extLst>
          </p:cNvPr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5170931" y="2291526"/>
            <a:ext cx="5895257" cy="230530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712564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C052280-388E-4151-A1EB-5236D4FCCA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DF63E4-124E-45BD-BD9D-4ADD7B823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6" y="927100"/>
            <a:ext cx="3418766" cy="4616450"/>
          </a:xfrm>
        </p:spPr>
        <p:txBody>
          <a:bodyPr>
            <a:normAutofit/>
          </a:bodyPr>
          <a:lstStyle/>
          <a:p>
            <a:r>
              <a:rPr lang="en-US" dirty="0"/>
              <a:t>Takeaways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44251C3-E720-4363-8AF0-20AD319374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301359"/>
            <a:ext cx="0" cy="191135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A4BDB-2787-43E0-9FDF-2AEF07812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029" y="971549"/>
            <a:ext cx="6291528" cy="4616450"/>
          </a:xfrm>
        </p:spPr>
        <p:txBody>
          <a:bodyPr anchor="ctr">
            <a:normAutofit/>
          </a:bodyPr>
          <a:lstStyle/>
          <a:p>
            <a:r>
              <a:rPr lang="en-US" dirty="0"/>
              <a:t>Windows kernel architecture and operations</a:t>
            </a:r>
          </a:p>
          <a:p>
            <a:r>
              <a:rPr lang="en-US" dirty="0"/>
              <a:t>Modern memory protection mechanisms</a:t>
            </a:r>
          </a:p>
          <a:p>
            <a:r>
              <a:rPr lang="en-US" dirty="0"/>
              <a:t>Windows driver construction</a:t>
            </a:r>
          </a:p>
          <a:p>
            <a:r>
              <a:rPr lang="en-US" dirty="0"/>
              <a:t>Security audit automation</a:t>
            </a:r>
          </a:p>
          <a:p>
            <a:r>
              <a:rPr lang="en-US" dirty="0"/>
              <a:t>Firewall and anti-malware capabilities and deficiencies</a:t>
            </a:r>
          </a:p>
          <a:p>
            <a:r>
              <a:rPr lang="en-US" dirty="0"/>
              <a:t>Significance of impact on industry and applicable situations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7712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C052280-388E-4151-A1EB-5236D4FCCA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FC5B3-A645-884F-8728-87E5A20C9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6" y="927100"/>
            <a:ext cx="3418766" cy="4616450"/>
          </a:xfrm>
        </p:spPr>
        <p:txBody>
          <a:bodyPr>
            <a:normAutofit/>
          </a:bodyPr>
          <a:lstStyle/>
          <a:p>
            <a:r>
              <a:rPr lang="en-US" sz="1900"/>
              <a:t>Credits // Acknowledgements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44251C3-E720-4363-8AF0-20AD319374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301359"/>
            <a:ext cx="0" cy="191135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6DCF0-8E44-DB47-A330-B16806937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029" y="971549"/>
            <a:ext cx="6291528" cy="4616450"/>
          </a:xfrm>
        </p:spPr>
        <p:txBody>
          <a:bodyPr anchor="ctr">
            <a:normAutofit/>
          </a:bodyPr>
          <a:lstStyle/>
          <a:p>
            <a:r>
              <a:rPr lang="en-US" dirty="0"/>
              <a:t>Professor Suresh-Menon</a:t>
            </a:r>
          </a:p>
          <a:p>
            <a:r>
              <a:rPr lang="en-US" dirty="0"/>
              <a:t>Metasploit Handler</a:t>
            </a:r>
          </a:p>
          <a:p>
            <a:r>
              <a:rPr lang="en-US" dirty="0"/>
              <a:t>The Rootkit Arsenal: Escape and Evasion in the Dark Corners of the System, 2</a:t>
            </a:r>
            <a:r>
              <a:rPr lang="en-US" baseline="30000" dirty="0"/>
              <a:t>nd</a:t>
            </a:r>
            <a:r>
              <a:rPr lang="en-US" dirty="0"/>
              <a:t> Edition. Jones and Bartlett Learning, 2013 (Bill Blunden)</a:t>
            </a:r>
          </a:p>
          <a:p>
            <a:r>
              <a:rPr lang="en-US" dirty="0" err="1"/>
              <a:t>ExploitDB</a:t>
            </a:r>
            <a:endParaRPr lang="en-US" dirty="0"/>
          </a:p>
          <a:p>
            <a:r>
              <a:rPr lang="en-US" dirty="0"/>
              <a:t>Zwclose7 and their driver design</a:t>
            </a:r>
          </a:p>
        </p:txBody>
      </p:sp>
    </p:spTree>
    <p:extLst>
      <p:ext uri="{BB962C8B-B14F-4D97-AF65-F5344CB8AC3E}">
        <p14:creationId xmlns:p14="http://schemas.microsoft.com/office/powerpoint/2010/main" val="27605509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318</Words>
  <Application>Microsoft Office PowerPoint</Application>
  <PresentationFormat>Widescreen</PresentationFormat>
  <Paragraphs>66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Bookman Old Style</vt:lpstr>
      <vt:lpstr>Rockwell</vt:lpstr>
      <vt:lpstr>Damask</vt:lpstr>
      <vt:lpstr>The Backlash system</vt:lpstr>
      <vt:lpstr>Introduction</vt:lpstr>
      <vt:lpstr>Curricular</vt:lpstr>
      <vt:lpstr>Extra-Curricular</vt:lpstr>
      <vt:lpstr>The Backlash System</vt:lpstr>
      <vt:lpstr>PowerPoint Presentation</vt:lpstr>
      <vt:lpstr>Environment</vt:lpstr>
      <vt:lpstr>Utilities</vt:lpstr>
      <vt:lpstr>Development Plan</vt:lpstr>
      <vt:lpstr>Design</vt:lpstr>
      <vt:lpstr>Implementation</vt:lpstr>
      <vt:lpstr>Implementation Continued II</vt:lpstr>
      <vt:lpstr>Implementation Continued III</vt:lpstr>
      <vt:lpstr>Takeaways</vt:lpstr>
      <vt:lpstr>Credits // Acknowledgements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Backlash system</dc:title>
  <dc:creator>Ajike, Humphrey</dc:creator>
  <cp:lastModifiedBy>rhale1144@gmail.com</cp:lastModifiedBy>
  <cp:revision>17</cp:revision>
  <dcterms:created xsi:type="dcterms:W3CDTF">2019-08-12T00:25:13Z</dcterms:created>
  <dcterms:modified xsi:type="dcterms:W3CDTF">2019-08-12T00:42:35Z</dcterms:modified>
</cp:coreProperties>
</file>